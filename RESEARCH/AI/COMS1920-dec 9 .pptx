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93_90708366.xml" ContentType="application/vnd.ms-powerpoint.comments+xml"/>
  <Override PartName="/ppt/notesSlides/notesSlide5.xml" ContentType="application/vnd.openxmlformats-officedocument.presentationml.notesSlide+xml"/>
  <Override PartName="/ppt/comments/modernComment_189_28EB5CE6.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90_650CB575.xml" ContentType="application/vnd.ms-powerpoint.comments+xml"/>
  <Override PartName="/ppt/notesSlides/notesSlide11.xml" ContentType="application/vnd.openxmlformats-officedocument.presentationml.notesSlide+xml"/>
  <Override PartName="/ppt/comments/modernComment_18C_B3C367D.xml" ContentType="application/vnd.ms-powerpoint.comments+xml"/>
  <Override PartName="/ppt/notesSlides/notesSlide12.xml" ContentType="application/vnd.openxmlformats-officedocument.presentationml.notesSlide+xml"/>
  <Override PartName="/ppt/comments/modernComment_198_72A99DB4.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9D_9006FF0E.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99_24B5C81.xml" ContentType="application/vnd.ms-powerpoint.comments+xml"/>
  <Override PartName="/ppt/comments/modernComment_19A_96F07596.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26"/>
  </p:notesMasterIdLst>
  <p:sldIdLst>
    <p:sldId id="256" r:id="rId5"/>
    <p:sldId id="257" r:id="rId6"/>
    <p:sldId id="407" r:id="rId7"/>
    <p:sldId id="403" r:id="rId8"/>
    <p:sldId id="393" r:id="rId9"/>
    <p:sldId id="399" r:id="rId10"/>
    <p:sldId id="395" r:id="rId11"/>
    <p:sldId id="404" r:id="rId12"/>
    <p:sldId id="402" r:id="rId13"/>
    <p:sldId id="400" r:id="rId14"/>
    <p:sldId id="396" r:id="rId15"/>
    <p:sldId id="408" r:id="rId16"/>
    <p:sldId id="415" r:id="rId17"/>
    <p:sldId id="413" r:id="rId18"/>
    <p:sldId id="414" r:id="rId19"/>
    <p:sldId id="409" r:id="rId20"/>
    <p:sldId id="410" r:id="rId21"/>
    <p:sldId id="411" r:id="rId22"/>
    <p:sldId id="412" r:id="rId23"/>
    <p:sldId id="398" r:id="rId24"/>
    <p:sldId id="391" r:id="rId25"/>
  </p:sldIdLst>
  <p:sldSz cx="18288000" cy="10287000"/>
  <p:notesSz cx="6858000" cy="9144000"/>
  <p:embeddedFontLst>
    <p:embeddedFont>
      <p:font typeface="Univers" panose="020B0604020202020204" charset="0"/>
      <p:regular r:id="rId27"/>
      <p:bold r:id="rId28"/>
    </p:embeddedFont>
    <p:embeddedFont>
      <p:font typeface="Univers Condensed" panose="020B0604020202020204"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FE633A-3C52-D8A5-F7AC-97A9D3AEBD8D}" name="vraviven AT iastate.edu" initials="vi" userId="S::vraviven@iastate.edu::6186a068-8be9-437c-8e1a-fc38f6b141bf" providerId="AD"/>
  <p188:author id="{CE34299B-887D-C83D-E942-B25B448A224B}" name="Qian, Wei [COM S]" initials="QS" userId="S::wqi@iastate.edu::5ad66119-21cc-4289-a6e5-67a131fa0cc6" providerId="AD"/>
  <p188:author id="{A2C61DCD-A7CC-550E-2F53-8A0796A0F31E}" name="Sharma, Neal K" initials="SN" userId="S::nea1@iastate.edu::a8f24e1b-a6e4-4bbf-8b81-f309165b7467" providerId="AD"/>
  <p188:author id="{FE094EE3-609B-374B-41FC-9E984ABD02E2}" name="Kaashyap, Raghav" initials="KR" userId="S::raghavk@iastate.edu::5b8b0ea9-3aa7-44b6-b4dd-fc1ab7b46b8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D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B5D4E-54CB-5649-27D3-F00D3C7F1F31}" v="532" dt="2025-12-08T19:38:44.810"/>
    <p1510:client id="{213A79FD-29E9-1D7E-9C51-8408E33D6BF8}" v="562" dt="2025-12-09T22:47:50.501"/>
    <p1510:client id="{26D92E6C-22ED-4DB3-1E61-10786605381B}" v="1200" dt="2025-12-08T22:54:51.327"/>
    <p1510:client id="{4DCCB9B6-4C5E-FA12-6CEF-CCF01B24B386}" v="2" dt="2025-12-09T23:10:41.554"/>
    <p1510:client id="{4E8C6F0C-F45F-AA7E-A5AA-6BC8D0F5788F}" v="520" dt="2025-12-08T19:43:33.954"/>
    <p1510:client id="{5C1CF790-1251-37A7-B979-35D2FFB68F55}" v="15" dt="2025-12-09T22:09:24.883"/>
    <p1510:client id="{67ED3BF2-C4DB-1DEA-E2BF-014E0E229819}" v="11" dt="2025-12-08T02:18:42.103"/>
    <p1510:client id="{964BA4DD-1DB2-FF0F-D027-4880AE4FE0BC}" v="1764" dt="2025-12-08T02:27:46.771"/>
    <p1510:client id="{979A4171-47D4-3F5C-F77A-8313F730077C}" v="22" dt="2025-12-09T22:57:18.505"/>
    <p1510:client id="{AF653524-E906-F23C-F7AB-D8FC7C25E3AA}" v="257" dt="2025-12-09T23:13:33.313"/>
    <p1510:client id="{B25A7C63-D1F2-3D6B-BA27-183883143733}" v="891" dt="2025-12-08T19:39:33.941"/>
    <p1510:client id="{B90DCDF5-CFFD-A588-EF4A-931BC97432EA}" v="383" dt="2025-12-09T19:08:11.987"/>
    <p1510:client id="{DDFEFA58-602E-873D-FD18-FADD9E1043E8}" v="2" dt="2025-12-09T19:18:50.592"/>
    <p1510:client id="{F27E0B65-1251-C2F5-8B34-C94844960CE3}" v="1054" dt="2025-12-08T23:08:01.300"/>
    <p1510:client id="{FE987C70-FC92-A1E1-6CC7-8F38E30EB092}" v="1146" dt="2025-12-09T04:41:59.64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a, Neal K" userId="S::nea1@iastate.edu::a8f24e1b-a6e4-4bbf-8b81-f309165b7467" providerId="AD" clId="Web-{FE987C70-FC92-A1E1-6CC7-8F38E30EB092}"/>
    <pc:docChg chg="mod modSld">
      <pc:chgData name="Sharma, Neal K" userId="S::nea1@iastate.edu::a8f24e1b-a6e4-4bbf-8b81-f309165b7467" providerId="AD" clId="Web-{FE987C70-FC92-A1E1-6CC7-8F38E30EB092}" dt="2025-12-09T04:41:59.642" v="770" actId="14100"/>
      <pc:docMkLst>
        <pc:docMk/>
      </pc:docMkLst>
      <pc:sldChg chg="addSp delSp modSp">
        <pc:chgData name="Sharma, Neal K" userId="S::nea1@iastate.edu::a8f24e1b-a6e4-4bbf-8b81-f309165b7467" providerId="AD" clId="Web-{FE987C70-FC92-A1E1-6CC7-8F38E30EB092}" dt="2025-12-09T04:38:10.333" v="757" actId="1076"/>
        <pc:sldMkLst>
          <pc:docMk/>
          <pc:sldMk cId="2532341142" sldId="410"/>
        </pc:sldMkLst>
        <pc:spChg chg="add del">
          <ac:chgData name="Sharma, Neal K" userId="S::nea1@iastate.edu::a8f24e1b-a6e4-4bbf-8b81-f309165b7467" providerId="AD" clId="Web-{FE987C70-FC92-A1E1-6CC7-8F38E30EB092}" dt="2025-12-08T19:36:11.662" v="257"/>
          <ac:spMkLst>
            <pc:docMk/>
            <pc:sldMk cId="2532341142" sldId="410"/>
            <ac:spMk id="2" creationId="{364034F0-03F2-DB34-6863-0E3004E30A82}"/>
          </ac:spMkLst>
        </pc:spChg>
        <pc:spChg chg="add mod">
          <ac:chgData name="Sharma, Neal K" userId="S::nea1@iastate.edu::a8f24e1b-a6e4-4bbf-8b81-f309165b7467" providerId="AD" clId="Web-{FE987C70-FC92-A1E1-6CC7-8F38E30EB092}" dt="2025-12-09T04:35:20.505" v="738" actId="1076"/>
          <ac:spMkLst>
            <pc:docMk/>
            <pc:sldMk cId="2532341142" sldId="410"/>
            <ac:spMk id="3" creationId="{E56338D5-A9FC-C6B1-7285-6A802B82B067}"/>
          </ac:spMkLst>
        </pc:spChg>
        <pc:spChg chg="add del mod">
          <ac:chgData name="Sharma, Neal K" userId="S::nea1@iastate.edu::a8f24e1b-a6e4-4bbf-8b81-f309165b7467" providerId="AD" clId="Web-{FE987C70-FC92-A1E1-6CC7-8F38E30EB092}" dt="2025-12-09T04:33:29.553" v="714"/>
          <ac:spMkLst>
            <pc:docMk/>
            <pc:sldMk cId="2532341142" sldId="410"/>
            <ac:spMk id="4" creationId="{DDEAF4C4-F9DC-8C16-5010-FB19977FD066}"/>
          </ac:spMkLst>
        </pc:spChg>
        <pc:spChg chg="mod">
          <ac:chgData name="Sharma, Neal K" userId="S::nea1@iastate.edu::a8f24e1b-a6e4-4bbf-8b81-f309165b7467" providerId="AD" clId="Web-{FE987C70-FC92-A1E1-6CC7-8F38E30EB092}" dt="2025-12-08T19:34:48.178" v="243" actId="14100"/>
          <ac:spMkLst>
            <pc:docMk/>
            <pc:sldMk cId="2532341142" sldId="410"/>
            <ac:spMk id="7" creationId="{10D49A74-0E16-04D5-5C21-5CE9619F6311}"/>
          </ac:spMkLst>
        </pc:spChg>
        <pc:spChg chg="add del mod">
          <ac:chgData name="Sharma, Neal K" userId="S::nea1@iastate.edu::a8f24e1b-a6e4-4bbf-8b81-f309165b7467" providerId="AD" clId="Web-{FE987C70-FC92-A1E1-6CC7-8F38E30EB092}" dt="2025-12-09T04:20:33.748" v="504"/>
          <ac:spMkLst>
            <pc:docMk/>
            <pc:sldMk cId="2532341142" sldId="410"/>
            <ac:spMk id="10" creationId="{44C54F1E-EB32-078C-FDBF-CF2B1CFE2E64}"/>
          </ac:spMkLst>
        </pc:spChg>
        <pc:spChg chg="add del mod">
          <ac:chgData name="Sharma, Neal K" userId="S::nea1@iastate.edu::a8f24e1b-a6e4-4bbf-8b81-f309165b7467" providerId="AD" clId="Web-{FE987C70-FC92-A1E1-6CC7-8F38E30EB092}" dt="2025-12-09T04:22:30.716" v="511"/>
          <ac:spMkLst>
            <pc:docMk/>
            <pc:sldMk cId="2532341142" sldId="410"/>
            <ac:spMk id="11" creationId="{08A8B6A9-D74F-CDAF-4933-B31BDFB6985A}"/>
          </ac:spMkLst>
        </pc:spChg>
        <pc:spChg chg="add mod">
          <ac:chgData name="Sharma, Neal K" userId="S::nea1@iastate.edu::a8f24e1b-a6e4-4bbf-8b81-f309165b7467" providerId="AD" clId="Web-{FE987C70-FC92-A1E1-6CC7-8F38E30EB092}" dt="2025-12-09T04:38:10.333" v="757" actId="1076"/>
          <ac:spMkLst>
            <pc:docMk/>
            <pc:sldMk cId="2532341142" sldId="410"/>
            <ac:spMk id="12" creationId="{46965AC7-5257-B8D3-EAB2-FDF7BBAC6163}"/>
          </ac:spMkLst>
        </pc:spChg>
        <pc:graphicFrameChg chg="mod modGraphic">
          <ac:chgData name="Sharma, Neal K" userId="S::nea1@iastate.edu::a8f24e1b-a6e4-4bbf-8b81-f309165b7467" providerId="AD" clId="Web-{FE987C70-FC92-A1E1-6CC7-8F38E30EB092}" dt="2025-12-09T04:19:46.889" v="496"/>
          <ac:graphicFrameMkLst>
            <pc:docMk/>
            <pc:sldMk cId="2532341142" sldId="410"/>
            <ac:graphicFrameMk id="14" creationId="{512446BD-530D-D523-AD27-5056BCA723DC}"/>
          </ac:graphicFrameMkLst>
        </pc:graphicFrameChg>
        <pc:picChg chg="add del mod">
          <ac:chgData name="Sharma, Neal K" userId="S::nea1@iastate.edu::a8f24e1b-a6e4-4bbf-8b81-f309165b7467" providerId="AD" clId="Web-{FE987C70-FC92-A1E1-6CC7-8F38E30EB092}" dt="2025-12-09T04:16:12.546" v="452"/>
          <ac:picMkLst>
            <pc:docMk/>
            <pc:sldMk cId="2532341142" sldId="410"/>
            <ac:picMk id="2" creationId="{E49B139E-2DDA-5D04-12D5-BD2B4E678EA0}"/>
          </ac:picMkLst>
        </pc:picChg>
        <pc:picChg chg="add del mod">
          <ac:chgData name="Sharma, Neal K" userId="S::nea1@iastate.edu::a8f24e1b-a6e4-4bbf-8b81-f309165b7467" providerId="AD" clId="Web-{FE987C70-FC92-A1E1-6CC7-8F38E30EB092}" dt="2025-12-09T04:20:15.467" v="500" actId="1076"/>
          <ac:picMkLst>
            <pc:docMk/>
            <pc:sldMk cId="2532341142" sldId="410"/>
            <ac:picMk id="6" creationId="{5DADB6A6-F95D-B308-9858-BC0BF2F898F1}"/>
          </ac:picMkLst>
        </pc:picChg>
        <pc:picChg chg="add del mod">
          <ac:chgData name="Sharma, Neal K" userId="S::nea1@iastate.edu::a8f24e1b-a6e4-4bbf-8b81-f309165b7467" providerId="AD" clId="Web-{FE987C70-FC92-A1E1-6CC7-8F38E30EB092}" dt="2025-12-09T04:11:45.641" v="439"/>
          <ac:picMkLst>
            <pc:docMk/>
            <pc:sldMk cId="2532341142" sldId="410"/>
            <ac:picMk id="8" creationId="{95E7936D-31D0-2B24-0897-E92A308A95FB}"/>
          </ac:picMkLst>
        </pc:picChg>
        <pc:picChg chg="del">
          <ac:chgData name="Sharma, Neal K" userId="S::nea1@iastate.edu::a8f24e1b-a6e4-4bbf-8b81-f309165b7467" providerId="AD" clId="Web-{FE987C70-FC92-A1E1-6CC7-8F38E30EB092}" dt="2025-12-08T19:30:50.026" v="0"/>
          <ac:picMkLst>
            <pc:docMk/>
            <pc:sldMk cId="2532341142" sldId="410"/>
            <ac:picMk id="13" creationId="{7CF4C080-AF6C-9345-0DAA-0F8FAA9535EA}"/>
          </ac:picMkLst>
        </pc:picChg>
      </pc:sldChg>
      <pc:sldChg chg="modSp">
        <pc:chgData name="Sharma, Neal K" userId="S::nea1@iastate.edu::a8f24e1b-a6e4-4bbf-8b81-f309165b7467" providerId="AD" clId="Web-{FE987C70-FC92-A1E1-6CC7-8F38E30EB092}" dt="2025-12-09T04:41:59.642" v="770" actId="14100"/>
        <pc:sldMkLst>
          <pc:docMk/>
          <pc:sldMk cId="246179144" sldId="412"/>
        </pc:sldMkLst>
        <pc:spChg chg="mod">
          <ac:chgData name="Sharma, Neal K" userId="S::nea1@iastate.edu::a8f24e1b-a6e4-4bbf-8b81-f309165b7467" providerId="AD" clId="Web-{FE987C70-FC92-A1E1-6CC7-8F38E30EB092}" dt="2025-12-09T04:41:59.642" v="770" actId="14100"/>
          <ac:spMkLst>
            <pc:docMk/>
            <pc:sldMk cId="246179144" sldId="412"/>
            <ac:spMk id="5" creationId="{A6B6157E-BB31-9FDD-7EE3-21BE304622A6}"/>
          </ac:spMkLst>
        </pc:spChg>
      </pc:sldChg>
    </pc:docChg>
  </pc:docChgLst>
  <pc:docChgLst>
    <pc:chgData name="Kaashyap, Raghav" userId="S::raghavk@iastate.edu::5b8b0ea9-3aa7-44b6-b4dd-fc1ab7b46b82" providerId="AD" clId="Web-{4A40F830-A57D-902C-9640-E092FB123F6E}"/>
    <pc:docChg chg="modSld">
      <pc:chgData name="Kaashyap, Raghav" userId="S::raghavk@iastate.edu::5b8b0ea9-3aa7-44b6-b4dd-fc1ab7b46b82" providerId="AD" clId="Web-{4A40F830-A57D-902C-9640-E092FB123F6E}" dt="2025-12-07T15:55:35.610" v="183" actId="1076"/>
      <pc:docMkLst>
        <pc:docMk/>
      </pc:docMkLst>
      <pc:sldChg chg="addSp delSp modSp">
        <pc:chgData name="Kaashyap, Raghav" userId="S::raghavk@iastate.edu::5b8b0ea9-3aa7-44b6-b4dd-fc1ab7b46b82" providerId="AD" clId="Web-{4A40F830-A57D-902C-9640-E092FB123F6E}" dt="2025-12-07T15:03:22.703" v="123" actId="14100"/>
        <pc:sldMkLst>
          <pc:docMk/>
          <pc:sldMk cId="38493313" sldId="409"/>
        </pc:sldMkLst>
        <pc:spChg chg="mod">
          <ac:chgData name="Kaashyap, Raghav" userId="S::raghavk@iastate.edu::5b8b0ea9-3aa7-44b6-b4dd-fc1ab7b46b82" providerId="AD" clId="Web-{4A40F830-A57D-902C-9640-E092FB123F6E}" dt="2025-12-07T12:16:39.187" v="107" actId="20577"/>
          <ac:spMkLst>
            <pc:docMk/>
            <pc:sldMk cId="38493313" sldId="409"/>
            <ac:spMk id="15" creationId="{641A4B0E-BFC0-CF4A-4C49-B4CACCE323D9}"/>
          </ac:spMkLst>
        </pc:spChg>
        <pc:picChg chg="add mod">
          <ac:chgData name="Kaashyap, Raghav" userId="S::raghavk@iastate.edu::5b8b0ea9-3aa7-44b6-b4dd-fc1ab7b46b82" providerId="AD" clId="Web-{4A40F830-A57D-902C-9640-E092FB123F6E}" dt="2025-12-07T15:03:22.703" v="123" actId="14100"/>
          <ac:picMkLst>
            <pc:docMk/>
            <pc:sldMk cId="38493313" sldId="409"/>
            <ac:picMk id="3" creationId="{B0259A24-F6FD-20FE-8A61-622C88C92400}"/>
          </ac:picMkLst>
        </pc:picChg>
      </pc:sldChg>
      <pc:sldChg chg="addSp delSp modSp">
        <pc:chgData name="Kaashyap, Raghav" userId="S::raghavk@iastate.edu::5b8b0ea9-3aa7-44b6-b4dd-fc1ab7b46b82" providerId="AD" clId="Web-{4A40F830-A57D-902C-9640-E092FB123F6E}" dt="2025-12-07T15:55:35.610" v="183" actId="1076"/>
        <pc:sldMkLst>
          <pc:docMk/>
          <pc:sldMk cId="1870904069" sldId="411"/>
        </pc:sldMkLst>
        <pc:spChg chg="mod">
          <ac:chgData name="Kaashyap, Raghav" userId="S::raghavk@iastate.edu::5b8b0ea9-3aa7-44b6-b4dd-fc1ab7b46b82" providerId="AD" clId="Web-{4A40F830-A57D-902C-9640-E092FB123F6E}" dt="2025-12-07T15:54:27.806" v="155" actId="20577"/>
          <ac:spMkLst>
            <pc:docMk/>
            <pc:sldMk cId="1870904069" sldId="411"/>
            <ac:spMk id="7" creationId="{93656176-6E06-D141-B0EC-CA8F000A512F}"/>
          </ac:spMkLst>
        </pc:spChg>
      </pc:sldChg>
    </pc:docChg>
  </pc:docChgLst>
  <pc:docChgLst>
    <pc:chgData name="vraviven AT iastate.edu" userId="S::vraviven@iastate.edu::6186a068-8be9-437c-8e1a-fc38f6b141bf" providerId="AD" clId="Web-{F27E0B65-1251-C2F5-8B34-C94844960CE3}"/>
    <pc:docChg chg="mod modSld">
      <pc:chgData name="vraviven AT iastate.edu" userId="S::vraviven@iastate.edu::6186a068-8be9-437c-8e1a-fc38f6b141bf" providerId="AD" clId="Web-{F27E0B65-1251-C2F5-8B34-C94844960CE3}" dt="2025-12-08T23:08:01.300" v="540" actId="20577"/>
      <pc:docMkLst>
        <pc:docMk/>
      </pc:docMkLst>
      <pc:sldChg chg="modSp">
        <pc:chgData name="vraviven AT iastate.edu" userId="S::vraviven@iastate.edu::6186a068-8be9-437c-8e1a-fc38f6b141bf" providerId="AD" clId="Web-{F27E0B65-1251-C2F5-8B34-C94844960CE3}" dt="2025-12-08T22:57:28.309" v="52" actId="20577"/>
        <pc:sldMkLst>
          <pc:docMk/>
          <pc:sldMk cId="1923718580" sldId="408"/>
        </pc:sldMkLst>
        <pc:spChg chg="mod">
          <ac:chgData name="vraviven AT iastate.edu" userId="S::vraviven@iastate.edu::6186a068-8be9-437c-8e1a-fc38f6b141bf" providerId="AD" clId="Web-{F27E0B65-1251-C2F5-8B34-C94844960CE3}" dt="2025-12-08T22:57:28.309" v="52" actId="20577"/>
          <ac:spMkLst>
            <pc:docMk/>
            <pc:sldMk cId="1923718580" sldId="408"/>
            <ac:spMk id="8" creationId="{9C7F27AE-9645-A106-59E1-7C3958E930E3}"/>
          </ac:spMkLst>
        </pc:spChg>
        <pc:graphicFrameChg chg="mod modGraphic">
          <ac:chgData name="vraviven AT iastate.edu" userId="S::vraviven@iastate.edu::6186a068-8be9-437c-8e1a-fc38f6b141bf" providerId="AD" clId="Web-{F27E0B65-1251-C2F5-8B34-C94844960CE3}" dt="2025-12-08T22:56:56.918" v="40" actId="1076"/>
          <ac:graphicFrameMkLst>
            <pc:docMk/>
            <pc:sldMk cId="1923718580" sldId="408"/>
            <ac:graphicFrameMk id="10" creationId="{34B7350D-6A5F-FD92-A108-D94CD1CDEA9D}"/>
          </ac:graphicFrameMkLst>
        </pc:graphicFrameChg>
      </pc:sldChg>
      <pc:sldChg chg="modSp">
        <pc:chgData name="vraviven AT iastate.edu" userId="S::vraviven@iastate.edu::6186a068-8be9-437c-8e1a-fc38f6b141bf" providerId="AD" clId="Web-{F27E0B65-1251-C2F5-8B34-C94844960CE3}" dt="2025-12-08T23:08:01.300" v="540" actId="20577"/>
        <pc:sldMkLst>
          <pc:docMk/>
          <pc:sldMk cId="246179144" sldId="412"/>
        </pc:sldMkLst>
        <pc:spChg chg="mod">
          <ac:chgData name="vraviven AT iastate.edu" userId="S::vraviven@iastate.edu::6186a068-8be9-437c-8e1a-fc38f6b141bf" providerId="AD" clId="Web-{F27E0B65-1251-C2F5-8B34-C94844960CE3}" dt="2025-12-08T23:08:01.300" v="540" actId="20577"/>
          <ac:spMkLst>
            <pc:docMk/>
            <pc:sldMk cId="246179144" sldId="412"/>
            <ac:spMk id="5" creationId="{A6B6157E-BB31-9FDD-7EE3-21BE304622A6}"/>
          </ac:spMkLst>
        </pc:spChg>
      </pc:sldChg>
      <pc:sldChg chg="delSp modSp">
        <pc:chgData name="vraviven AT iastate.edu" userId="S::vraviven@iastate.edu::6186a068-8be9-437c-8e1a-fc38f6b141bf" providerId="AD" clId="Web-{F27E0B65-1251-C2F5-8B34-C94844960CE3}" dt="2025-12-08T23:05:16.250" v="381" actId="20577"/>
        <pc:sldMkLst>
          <pc:docMk/>
          <pc:sldMk cId="3830742524" sldId="415"/>
        </pc:sldMkLst>
        <pc:spChg chg="mod">
          <ac:chgData name="vraviven AT iastate.edu" userId="S::vraviven@iastate.edu::6186a068-8be9-437c-8e1a-fc38f6b141bf" providerId="AD" clId="Web-{F27E0B65-1251-C2F5-8B34-C94844960CE3}" dt="2025-12-08T23:05:16.250" v="381" actId="20577"/>
          <ac:spMkLst>
            <pc:docMk/>
            <pc:sldMk cId="3830742524" sldId="415"/>
            <ac:spMk id="8" creationId="{6E87C27B-3C08-E1F5-CFF9-D67E482EC149}"/>
          </ac:spMkLst>
        </pc:spChg>
        <pc:spChg chg="del mod">
          <ac:chgData name="vraviven AT iastate.edu" userId="S::vraviven@iastate.edu::6186a068-8be9-437c-8e1a-fc38f6b141bf" providerId="AD" clId="Web-{F27E0B65-1251-C2F5-8B34-C94844960CE3}" dt="2025-12-08T22:58:59.888" v="58"/>
          <ac:spMkLst>
            <pc:docMk/>
            <pc:sldMk cId="3830742524" sldId="415"/>
            <ac:spMk id="15" creationId="{BAC02821-A5D4-E433-D24F-FEC31FD449EC}"/>
          </ac:spMkLst>
        </pc:spChg>
        <pc:graphicFrameChg chg="mod modGraphic">
          <ac:chgData name="vraviven AT iastate.edu" userId="S::vraviven@iastate.edu::6186a068-8be9-437c-8e1a-fc38f6b141bf" providerId="AD" clId="Web-{F27E0B65-1251-C2F5-8B34-C94844960CE3}" dt="2025-12-08T22:59:11.654" v="61"/>
          <ac:graphicFrameMkLst>
            <pc:docMk/>
            <pc:sldMk cId="3830742524" sldId="415"/>
            <ac:graphicFrameMk id="10" creationId="{D8AD888E-2CDE-7CD9-CB7F-CAE9D799453C}"/>
          </ac:graphicFrameMkLst>
        </pc:graphicFrameChg>
      </pc:sldChg>
    </pc:docChg>
  </pc:docChgLst>
  <pc:docChgLst>
    <pc:chgData name="Qian, Wei" userId="S::wqi@iastate.edu::5ad66119-21cc-4289-a6e5-67a131fa0cc6" providerId="AD" clId="Web-{B90DCDF5-CFFD-A588-EF4A-931BC97432EA}"/>
    <pc:docChg chg="modSld">
      <pc:chgData name="Qian, Wei" userId="S::wqi@iastate.edu::5ad66119-21cc-4289-a6e5-67a131fa0cc6" providerId="AD" clId="Web-{B90DCDF5-CFFD-A588-EF4A-931BC97432EA}" dt="2025-12-09T19:01:21.507" v="250" actId="20577"/>
      <pc:docMkLst>
        <pc:docMk/>
      </pc:docMkLst>
      <pc:sldChg chg="modSp">
        <pc:chgData name="Qian, Wei" userId="S::wqi@iastate.edu::5ad66119-21cc-4289-a6e5-67a131fa0cc6" providerId="AD" clId="Web-{B90DCDF5-CFFD-A588-EF4A-931BC97432EA}" dt="2025-12-09T18:55:39.055" v="210" actId="1076"/>
        <pc:sldMkLst>
          <pc:docMk/>
          <pc:sldMk cId="1923718580" sldId="408"/>
        </pc:sldMkLst>
        <pc:spChg chg="mod">
          <ac:chgData name="Qian, Wei" userId="S::wqi@iastate.edu::5ad66119-21cc-4289-a6e5-67a131fa0cc6" providerId="AD" clId="Web-{B90DCDF5-CFFD-A588-EF4A-931BC97432EA}" dt="2025-12-09T18:55:39.055" v="210" actId="1076"/>
          <ac:spMkLst>
            <pc:docMk/>
            <pc:sldMk cId="1923718580" sldId="408"/>
            <ac:spMk id="8" creationId="{9C7F27AE-9645-A106-59E1-7C3958E930E3}"/>
          </ac:spMkLst>
        </pc:spChg>
        <pc:spChg chg="mod">
          <ac:chgData name="Qian, Wei" userId="S::wqi@iastate.edu::5ad66119-21cc-4289-a6e5-67a131fa0cc6" providerId="AD" clId="Web-{B90DCDF5-CFFD-A588-EF4A-931BC97432EA}" dt="2025-12-09T18:46:54.761" v="80" actId="14100"/>
          <ac:spMkLst>
            <pc:docMk/>
            <pc:sldMk cId="1923718580" sldId="408"/>
            <ac:spMk id="15" creationId="{1CD473A5-8288-C1C8-9770-1968ACF3893A}"/>
          </ac:spMkLst>
        </pc:spChg>
        <pc:graphicFrameChg chg="mod modGraphic">
          <ac:chgData name="Qian, Wei" userId="S::wqi@iastate.edu::5ad66119-21cc-4289-a6e5-67a131fa0cc6" providerId="AD" clId="Web-{B90DCDF5-CFFD-A588-EF4A-931BC97432EA}" dt="2025-12-09T18:46:59.667" v="81" actId="1076"/>
          <ac:graphicFrameMkLst>
            <pc:docMk/>
            <pc:sldMk cId="1923718580" sldId="408"/>
            <ac:graphicFrameMk id="10" creationId="{34B7350D-6A5F-FD92-A108-D94CD1CDEA9D}"/>
          </ac:graphicFrameMkLst>
        </pc:graphicFrameChg>
      </pc:sldChg>
      <pc:sldChg chg="modSp">
        <pc:chgData name="Qian, Wei" userId="S::wqi@iastate.edu::5ad66119-21cc-4289-a6e5-67a131fa0cc6" providerId="AD" clId="Web-{B90DCDF5-CFFD-A588-EF4A-931BC97432EA}" dt="2025-12-09T19:00:59.804" v="249" actId="20577"/>
        <pc:sldMkLst>
          <pc:docMk/>
          <pc:sldMk cId="38493313" sldId="409"/>
        </pc:sldMkLst>
        <pc:spChg chg="mod">
          <ac:chgData name="Qian, Wei" userId="S::wqi@iastate.edu::5ad66119-21cc-4289-a6e5-67a131fa0cc6" providerId="AD" clId="Web-{B90DCDF5-CFFD-A588-EF4A-931BC97432EA}" dt="2025-12-09T18:55:04.477" v="192" actId="1076"/>
          <ac:spMkLst>
            <pc:docMk/>
            <pc:sldMk cId="38493313" sldId="409"/>
            <ac:spMk id="2" creationId="{FABE4F71-8365-0D48-2CAC-AF70AB457442}"/>
          </ac:spMkLst>
        </pc:spChg>
        <pc:spChg chg="mod">
          <ac:chgData name="Qian, Wei" userId="S::wqi@iastate.edu::5ad66119-21cc-4289-a6e5-67a131fa0cc6" providerId="AD" clId="Web-{B90DCDF5-CFFD-A588-EF4A-931BC97432EA}" dt="2025-12-09T18:55:04.368" v="190" actId="1076"/>
          <ac:spMkLst>
            <pc:docMk/>
            <pc:sldMk cId="38493313" sldId="409"/>
            <ac:spMk id="4" creationId="{6C3CF440-6ACF-4F9B-D9CF-409D0F33C7B5}"/>
          </ac:spMkLst>
        </pc:spChg>
        <pc:spChg chg="mod">
          <ac:chgData name="Qian, Wei" userId="S::wqi@iastate.edu::5ad66119-21cc-4289-a6e5-67a131fa0cc6" providerId="AD" clId="Web-{B90DCDF5-CFFD-A588-EF4A-931BC97432EA}" dt="2025-12-09T18:55:04.508" v="193" actId="1076"/>
          <ac:spMkLst>
            <pc:docMk/>
            <pc:sldMk cId="38493313" sldId="409"/>
            <ac:spMk id="8" creationId="{1DC85E47-2F68-A66B-7F7C-A6C016BCF64F}"/>
          </ac:spMkLst>
        </pc:spChg>
        <pc:spChg chg="mod">
          <ac:chgData name="Qian, Wei" userId="S::wqi@iastate.edu::5ad66119-21cc-4289-a6e5-67a131fa0cc6" providerId="AD" clId="Web-{B90DCDF5-CFFD-A588-EF4A-931BC97432EA}" dt="2025-12-09T19:00:59.804" v="249" actId="20577"/>
          <ac:spMkLst>
            <pc:docMk/>
            <pc:sldMk cId="38493313" sldId="409"/>
            <ac:spMk id="15" creationId="{641A4B0E-BFC0-CF4A-4C49-B4CACCE323D9}"/>
          </ac:spMkLst>
        </pc:spChg>
        <pc:graphicFrameChg chg="mod">
          <ac:chgData name="Qian, Wei" userId="S::wqi@iastate.edu::5ad66119-21cc-4289-a6e5-67a131fa0cc6" providerId="AD" clId="Web-{B90DCDF5-CFFD-A588-EF4A-931BC97432EA}" dt="2025-12-09T18:55:04.555" v="194" actId="1076"/>
          <ac:graphicFrameMkLst>
            <pc:docMk/>
            <pc:sldMk cId="38493313" sldId="409"/>
            <ac:graphicFrameMk id="9" creationId="{7156BBA0-4F08-B67C-7F0F-EBB04BFBD050}"/>
          </ac:graphicFrameMkLst>
        </pc:graphicFrameChg>
        <pc:picChg chg="mod">
          <ac:chgData name="Qian, Wei" userId="S::wqi@iastate.edu::5ad66119-21cc-4289-a6e5-67a131fa0cc6" providerId="AD" clId="Web-{B90DCDF5-CFFD-A588-EF4A-931BC97432EA}" dt="2025-12-09T18:55:04.446" v="191" actId="1076"/>
          <ac:picMkLst>
            <pc:docMk/>
            <pc:sldMk cId="38493313" sldId="409"/>
            <ac:picMk id="3" creationId="{B0259A24-F6FD-20FE-8A61-622C88C92400}"/>
          </ac:picMkLst>
        </pc:picChg>
      </pc:sldChg>
      <pc:sldChg chg="modSp">
        <pc:chgData name="Qian, Wei" userId="S::wqi@iastate.edu::5ad66119-21cc-4289-a6e5-67a131fa0cc6" providerId="AD" clId="Web-{B90DCDF5-CFFD-A588-EF4A-931BC97432EA}" dt="2025-12-09T19:01:21.507" v="250" actId="20577"/>
        <pc:sldMkLst>
          <pc:docMk/>
          <pc:sldMk cId="1870904069" sldId="411"/>
        </pc:sldMkLst>
        <pc:spChg chg="mod">
          <ac:chgData name="Qian, Wei" userId="S::wqi@iastate.edu::5ad66119-21cc-4289-a6e5-67a131fa0cc6" providerId="AD" clId="Web-{B90DCDF5-CFFD-A588-EF4A-931BC97432EA}" dt="2025-12-09T18:54:24.571" v="169" actId="1076"/>
          <ac:spMkLst>
            <pc:docMk/>
            <pc:sldMk cId="1870904069" sldId="411"/>
            <ac:spMk id="2" creationId="{F3937223-4928-F73A-3C4F-A3C45914F82D}"/>
          </ac:spMkLst>
        </pc:spChg>
        <pc:spChg chg="mod">
          <ac:chgData name="Qian, Wei" userId="S::wqi@iastate.edu::5ad66119-21cc-4289-a6e5-67a131fa0cc6" providerId="AD" clId="Web-{B90DCDF5-CFFD-A588-EF4A-931BC97432EA}" dt="2025-12-09T19:01:21.507" v="250" actId="20577"/>
          <ac:spMkLst>
            <pc:docMk/>
            <pc:sldMk cId="1870904069" sldId="411"/>
            <ac:spMk id="7" creationId="{93656176-6E06-D141-B0EC-CA8F000A512F}"/>
          </ac:spMkLst>
        </pc:spChg>
        <pc:graphicFrameChg chg="mod">
          <ac:chgData name="Qian, Wei" userId="S::wqi@iastate.edu::5ad66119-21cc-4289-a6e5-67a131fa0cc6" providerId="AD" clId="Web-{B90DCDF5-CFFD-A588-EF4A-931BC97432EA}" dt="2025-12-09T18:54:27.040" v="170" actId="1076"/>
          <ac:graphicFrameMkLst>
            <pc:docMk/>
            <pc:sldMk cId="1870904069" sldId="411"/>
            <ac:graphicFrameMk id="4" creationId="{77095A38-FAED-7D0D-9834-F23B75CA14AB}"/>
          </ac:graphicFrameMkLst>
        </pc:graphicFrameChg>
      </pc:sldChg>
      <pc:sldChg chg="modSp">
        <pc:chgData name="Qian, Wei" userId="S::wqi@iastate.edu::5ad66119-21cc-4289-a6e5-67a131fa0cc6" providerId="AD" clId="Web-{B90DCDF5-CFFD-A588-EF4A-931BC97432EA}" dt="2025-12-09T18:57:42.273" v="248" actId="20577"/>
        <pc:sldMkLst>
          <pc:docMk/>
          <pc:sldMk cId="246179144" sldId="412"/>
        </pc:sldMkLst>
        <pc:spChg chg="mod">
          <ac:chgData name="Qian, Wei" userId="S::wqi@iastate.edu::5ad66119-21cc-4289-a6e5-67a131fa0cc6" providerId="AD" clId="Web-{B90DCDF5-CFFD-A588-EF4A-931BC97432EA}" dt="2025-12-09T18:57:42.273" v="248" actId="20577"/>
          <ac:spMkLst>
            <pc:docMk/>
            <pc:sldMk cId="246179144" sldId="412"/>
            <ac:spMk id="5" creationId="{A6B6157E-BB31-9FDD-7EE3-21BE304622A6}"/>
          </ac:spMkLst>
        </pc:spChg>
      </pc:sldChg>
      <pc:sldChg chg="modSp">
        <pc:chgData name="Qian, Wei" userId="S::wqi@iastate.edu::5ad66119-21cc-4289-a6e5-67a131fa0cc6" providerId="AD" clId="Web-{B90DCDF5-CFFD-A588-EF4A-931BC97432EA}" dt="2025-12-09T18:49:03.245" v="152" actId="1076"/>
        <pc:sldMkLst>
          <pc:docMk/>
          <pc:sldMk cId="2416377614" sldId="413"/>
        </pc:sldMkLst>
        <pc:picChg chg="mod">
          <ac:chgData name="Qian, Wei" userId="S::wqi@iastate.edu::5ad66119-21cc-4289-a6e5-67a131fa0cc6" providerId="AD" clId="Web-{B90DCDF5-CFFD-A588-EF4A-931BC97432EA}" dt="2025-12-09T18:49:03.245" v="152" actId="1076"/>
          <ac:picMkLst>
            <pc:docMk/>
            <pc:sldMk cId="2416377614" sldId="413"/>
            <ac:picMk id="5" creationId="{7C0D544F-0AC6-640F-2533-A6D8B998860D}"/>
          </ac:picMkLst>
        </pc:picChg>
      </pc:sldChg>
      <pc:sldChg chg="modSp">
        <pc:chgData name="Qian, Wei" userId="S::wqi@iastate.edu::5ad66119-21cc-4289-a6e5-67a131fa0cc6" providerId="AD" clId="Web-{B90DCDF5-CFFD-A588-EF4A-931BC97432EA}" dt="2025-12-09T18:48:55.385" v="150" actId="14100"/>
        <pc:sldMkLst>
          <pc:docMk/>
          <pc:sldMk cId="3310569112" sldId="414"/>
        </pc:sldMkLst>
        <pc:picChg chg="mod">
          <ac:chgData name="Qian, Wei" userId="S::wqi@iastate.edu::5ad66119-21cc-4289-a6e5-67a131fa0cc6" providerId="AD" clId="Web-{B90DCDF5-CFFD-A588-EF4A-931BC97432EA}" dt="2025-12-09T18:48:55.385" v="150" actId="14100"/>
          <ac:picMkLst>
            <pc:docMk/>
            <pc:sldMk cId="3310569112" sldId="414"/>
            <ac:picMk id="3" creationId="{98B8008F-C510-F355-7D93-BEF79DFE348B}"/>
          </ac:picMkLst>
        </pc:picChg>
      </pc:sldChg>
      <pc:sldChg chg="modSp">
        <pc:chgData name="Qian, Wei" userId="S::wqi@iastate.edu::5ad66119-21cc-4289-a6e5-67a131fa0cc6" providerId="AD" clId="Web-{B90DCDF5-CFFD-A588-EF4A-931BC97432EA}" dt="2025-12-09T18:56:02.383" v="218" actId="1076"/>
        <pc:sldMkLst>
          <pc:docMk/>
          <pc:sldMk cId="3830742524" sldId="415"/>
        </pc:sldMkLst>
        <pc:spChg chg="mod">
          <ac:chgData name="Qian, Wei" userId="S::wqi@iastate.edu::5ad66119-21cc-4289-a6e5-67a131fa0cc6" providerId="AD" clId="Web-{B90DCDF5-CFFD-A588-EF4A-931BC97432EA}" dt="2025-12-09T18:56:02.383" v="218" actId="1076"/>
          <ac:spMkLst>
            <pc:docMk/>
            <pc:sldMk cId="3830742524" sldId="415"/>
            <ac:spMk id="8" creationId="{6E87C27B-3C08-E1F5-CFF9-D67E482EC149}"/>
          </ac:spMkLst>
        </pc:spChg>
        <pc:graphicFrameChg chg="mod modGraphic">
          <ac:chgData name="Qian, Wei" userId="S::wqi@iastate.edu::5ad66119-21cc-4289-a6e5-67a131fa0cc6" providerId="AD" clId="Web-{B90DCDF5-CFFD-A588-EF4A-931BC97432EA}" dt="2025-12-09T18:47:29.230" v="123"/>
          <ac:graphicFrameMkLst>
            <pc:docMk/>
            <pc:sldMk cId="3830742524" sldId="415"/>
            <ac:graphicFrameMk id="10" creationId="{D8AD888E-2CDE-7CD9-CB7F-CAE9D799453C}"/>
          </ac:graphicFrameMkLst>
        </pc:graphicFrameChg>
      </pc:sldChg>
    </pc:docChg>
  </pc:docChgLst>
  <pc:docChgLst>
    <pc:chgData name="vraviven AT iastate.edu" userId="S::vraviven@iastate.edu::6186a068-8be9-437c-8e1a-fc38f6b141bf" providerId="AD" clId="Web-{AF653524-E906-F23C-F7AB-D8FC7C25E3AA}"/>
    <pc:docChg chg="modSld">
      <pc:chgData name="vraviven AT iastate.edu" userId="S::vraviven@iastate.edu::6186a068-8be9-437c-8e1a-fc38f6b141bf" providerId="AD" clId="Web-{AF653524-E906-F23C-F7AB-D8FC7C25E3AA}" dt="2025-12-09T23:13:33.313" v="135" actId="20577"/>
      <pc:docMkLst>
        <pc:docMk/>
      </pc:docMkLst>
      <pc:sldChg chg="modSp">
        <pc:chgData name="vraviven AT iastate.edu" userId="S::vraviven@iastate.edu::6186a068-8be9-437c-8e1a-fc38f6b141bf" providerId="AD" clId="Web-{AF653524-E906-F23C-F7AB-D8FC7C25E3AA}" dt="2025-12-09T22:53:44.591" v="47" actId="1076"/>
        <pc:sldMkLst>
          <pc:docMk/>
          <pc:sldMk cId="1923718580" sldId="408"/>
        </pc:sldMkLst>
        <pc:spChg chg="mod">
          <ac:chgData name="vraviven AT iastate.edu" userId="S::vraviven@iastate.edu::6186a068-8be9-437c-8e1a-fc38f6b141bf" providerId="AD" clId="Web-{AF653524-E906-F23C-F7AB-D8FC7C25E3AA}" dt="2025-12-09T22:53:44.591" v="47" actId="1076"/>
          <ac:spMkLst>
            <pc:docMk/>
            <pc:sldMk cId="1923718580" sldId="408"/>
            <ac:spMk id="8" creationId="{9C7F27AE-9645-A106-59E1-7C3958E930E3}"/>
          </ac:spMkLst>
        </pc:spChg>
      </pc:sldChg>
      <pc:sldChg chg="addSp delSp modSp">
        <pc:chgData name="vraviven AT iastate.edu" userId="S::vraviven@iastate.edu::6186a068-8be9-437c-8e1a-fc38f6b141bf" providerId="AD" clId="Web-{AF653524-E906-F23C-F7AB-D8FC7C25E3AA}" dt="2025-12-09T22:50:16.200" v="9" actId="14100"/>
        <pc:sldMkLst>
          <pc:docMk/>
          <pc:sldMk cId="2416377614" sldId="413"/>
        </pc:sldMkLst>
        <pc:picChg chg="add mod">
          <ac:chgData name="vraviven AT iastate.edu" userId="S::vraviven@iastate.edu::6186a068-8be9-437c-8e1a-fc38f6b141bf" providerId="AD" clId="Web-{AF653524-E906-F23C-F7AB-D8FC7C25E3AA}" dt="2025-12-09T22:50:16.200" v="9" actId="14100"/>
          <ac:picMkLst>
            <pc:docMk/>
            <pc:sldMk cId="2416377614" sldId="413"/>
            <ac:picMk id="3" creationId="{D45ACCB0-CFDD-6EF1-5356-9EB224FEFF41}"/>
          </ac:picMkLst>
        </pc:picChg>
        <pc:picChg chg="del">
          <ac:chgData name="vraviven AT iastate.edu" userId="S::vraviven@iastate.edu::6186a068-8be9-437c-8e1a-fc38f6b141bf" providerId="AD" clId="Web-{AF653524-E906-F23C-F7AB-D8FC7C25E3AA}" dt="2025-12-09T22:50:01.560" v="5"/>
          <ac:picMkLst>
            <pc:docMk/>
            <pc:sldMk cId="2416377614" sldId="413"/>
            <ac:picMk id="5" creationId="{7C0D544F-0AC6-640F-2533-A6D8B998860D}"/>
          </ac:picMkLst>
        </pc:picChg>
      </pc:sldChg>
      <pc:sldChg chg="addSp delSp modSp">
        <pc:chgData name="vraviven AT iastate.edu" userId="S::vraviven@iastate.edu::6186a068-8be9-437c-8e1a-fc38f6b141bf" providerId="AD" clId="Web-{AF653524-E906-F23C-F7AB-D8FC7C25E3AA}" dt="2025-12-09T22:50:39.294" v="14" actId="14100"/>
        <pc:sldMkLst>
          <pc:docMk/>
          <pc:sldMk cId="3310569112" sldId="414"/>
        </pc:sldMkLst>
        <pc:picChg chg="del">
          <ac:chgData name="vraviven AT iastate.edu" userId="S::vraviven@iastate.edu::6186a068-8be9-437c-8e1a-fc38f6b141bf" providerId="AD" clId="Web-{AF653524-E906-F23C-F7AB-D8FC7C25E3AA}" dt="2025-12-09T22:48:19.388" v="0"/>
          <ac:picMkLst>
            <pc:docMk/>
            <pc:sldMk cId="3310569112" sldId="414"/>
            <ac:picMk id="3" creationId="{98B8008F-C510-F355-7D93-BEF79DFE348B}"/>
          </ac:picMkLst>
        </pc:picChg>
        <pc:picChg chg="add del mod">
          <ac:chgData name="vraviven AT iastate.edu" userId="S::vraviven@iastate.edu::6186a068-8be9-437c-8e1a-fc38f6b141bf" providerId="AD" clId="Web-{AF653524-E906-F23C-F7AB-D8FC7C25E3AA}" dt="2025-12-09T22:50:27.091" v="10"/>
          <ac:picMkLst>
            <pc:docMk/>
            <pc:sldMk cId="3310569112" sldId="414"/>
            <ac:picMk id="5" creationId="{89870148-2841-675E-B332-96CABA431FBA}"/>
          </ac:picMkLst>
        </pc:picChg>
        <pc:picChg chg="add mod">
          <ac:chgData name="vraviven AT iastate.edu" userId="S::vraviven@iastate.edu::6186a068-8be9-437c-8e1a-fc38f6b141bf" providerId="AD" clId="Web-{AF653524-E906-F23C-F7AB-D8FC7C25E3AA}" dt="2025-12-09T22:50:39.294" v="14" actId="14100"/>
          <ac:picMkLst>
            <pc:docMk/>
            <pc:sldMk cId="3310569112" sldId="414"/>
            <ac:picMk id="6" creationId="{1843D581-B181-6985-B872-12306A5704CC}"/>
          </ac:picMkLst>
        </pc:picChg>
      </pc:sldChg>
      <pc:sldChg chg="modSp">
        <pc:chgData name="vraviven AT iastate.edu" userId="S::vraviven@iastate.edu::6186a068-8be9-437c-8e1a-fc38f6b141bf" providerId="AD" clId="Web-{AF653524-E906-F23C-F7AB-D8FC7C25E3AA}" dt="2025-12-09T23:13:33.313" v="135" actId="20577"/>
        <pc:sldMkLst>
          <pc:docMk/>
          <pc:sldMk cId="3830742524" sldId="415"/>
        </pc:sldMkLst>
        <pc:spChg chg="mod">
          <ac:chgData name="vraviven AT iastate.edu" userId="S::vraviven@iastate.edu::6186a068-8be9-437c-8e1a-fc38f6b141bf" providerId="AD" clId="Web-{AF653524-E906-F23C-F7AB-D8FC7C25E3AA}" dt="2025-12-09T23:13:33.313" v="135" actId="20577"/>
          <ac:spMkLst>
            <pc:docMk/>
            <pc:sldMk cId="3830742524" sldId="415"/>
            <ac:spMk id="8" creationId="{6E87C27B-3C08-E1F5-CFF9-D67E482EC149}"/>
          </ac:spMkLst>
        </pc:spChg>
      </pc:sldChg>
    </pc:docChg>
  </pc:docChgLst>
  <pc:docChgLst>
    <pc:chgData name="Qian, Wei" userId="S::wqi@iastate.edu::5ad66119-21cc-4289-a6e5-67a131fa0cc6" providerId="AD" clId="Web-{67ED3BF2-C4DB-1DEA-E2BF-014E0E229819}"/>
    <pc:docChg chg="addSld delSld">
      <pc:chgData name="Qian, Wei" userId="S::wqi@iastate.edu::5ad66119-21cc-4289-a6e5-67a131fa0cc6" providerId="AD" clId="Web-{67ED3BF2-C4DB-1DEA-E2BF-014E0E229819}" dt="2025-12-08T02:14:41.625" v="1"/>
      <pc:docMkLst>
        <pc:docMk/>
      </pc:docMkLst>
      <pc:sldChg chg="add del replId">
        <pc:chgData name="Qian, Wei" userId="S::wqi@iastate.edu::5ad66119-21cc-4289-a6e5-67a131fa0cc6" providerId="AD" clId="Web-{67ED3BF2-C4DB-1DEA-E2BF-014E0E229819}" dt="2025-12-08T02:14:41.625" v="1"/>
        <pc:sldMkLst>
          <pc:docMk/>
          <pc:sldMk cId="2172491019" sldId="412"/>
        </pc:sldMkLst>
      </pc:sldChg>
    </pc:docChg>
  </pc:docChgLst>
  <pc:docChgLst>
    <pc:chgData name="vraviven AT iastate.edu" userId="S::vraviven@iastate.edu::6186a068-8be9-437c-8e1a-fc38f6b141bf" providerId="AD" clId="Web-{26D92E6C-22ED-4DB3-1E61-10786605381B}"/>
    <pc:docChg chg="addSld modSld">
      <pc:chgData name="vraviven AT iastate.edu" userId="S::vraviven@iastate.edu::6186a068-8be9-437c-8e1a-fc38f6b141bf" providerId="AD" clId="Web-{26D92E6C-22ED-4DB3-1E61-10786605381B}" dt="2025-12-08T22:54:50.952" v="894" actId="20577"/>
      <pc:docMkLst>
        <pc:docMk/>
      </pc:docMkLst>
      <pc:sldChg chg="delSp modSp">
        <pc:chgData name="vraviven AT iastate.edu" userId="S::vraviven@iastate.edu::6186a068-8be9-437c-8e1a-fc38f6b141bf" providerId="AD" clId="Web-{26D92E6C-22ED-4DB3-1E61-10786605381B}" dt="2025-12-08T22:54:50.952" v="894" actId="20577"/>
        <pc:sldMkLst>
          <pc:docMk/>
          <pc:sldMk cId="1923718580" sldId="408"/>
        </pc:sldMkLst>
        <pc:spChg chg="mod">
          <ac:chgData name="vraviven AT iastate.edu" userId="S::vraviven@iastate.edu::6186a068-8be9-437c-8e1a-fc38f6b141bf" providerId="AD" clId="Web-{26D92E6C-22ED-4DB3-1E61-10786605381B}" dt="2025-12-08T22:54:50.952" v="894" actId="20577"/>
          <ac:spMkLst>
            <pc:docMk/>
            <pc:sldMk cId="1923718580" sldId="408"/>
            <ac:spMk id="8" creationId="{9C7F27AE-9645-A106-59E1-7C3958E930E3}"/>
          </ac:spMkLst>
        </pc:spChg>
        <pc:graphicFrameChg chg="mod modGraphic">
          <ac:chgData name="vraviven AT iastate.edu" userId="S::vraviven@iastate.edu::6186a068-8be9-437c-8e1a-fc38f6b141bf" providerId="AD" clId="Web-{26D92E6C-22ED-4DB3-1E61-10786605381B}" dt="2025-12-08T22:49:31.094" v="671" actId="1076"/>
          <ac:graphicFrameMkLst>
            <pc:docMk/>
            <pc:sldMk cId="1923718580" sldId="408"/>
            <ac:graphicFrameMk id="10" creationId="{34B7350D-6A5F-FD92-A108-D94CD1CDEA9D}"/>
          </ac:graphicFrameMkLst>
        </pc:graphicFrameChg>
        <pc:picChg chg="del">
          <ac:chgData name="vraviven AT iastate.edu" userId="S::vraviven@iastate.edu::6186a068-8be9-437c-8e1a-fc38f6b141bf" providerId="AD" clId="Web-{26D92E6C-22ED-4DB3-1E61-10786605381B}" dt="2025-12-08T22:37:13.613" v="91"/>
          <ac:picMkLst>
            <pc:docMk/>
            <pc:sldMk cId="1923718580" sldId="408"/>
            <ac:picMk id="3" creationId="{34B30505-F7AB-FD1E-3DCE-12F020B6EBB7}"/>
          </ac:picMkLst>
        </pc:picChg>
        <pc:picChg chg="del">
          <ac:chgData name="vraviven AT iastate.edu" userId="S::vraviven@iastate.edu::6186a068-8be9-437c-8e1a-fc38f6b141bf" providerId="AD" clId="Web-{26D92E6C-22ED-4DB3-1E61-10786605381B}" dt="2025-12-08T22:37:10.707" v="90"/>
          <ac:picMkLst>
            <pc:docMk/>
            <pc:sldMk cId="1923718580" sldId="408"/>
            <ac:picMk id="9" creationId="{1E23F2FF-C635-DF32-2B6F-E890A3B88364}"/>
          </ac:picMkLst>
        </pc:picChg>
      </pc:sldChg>
      <pc:sldChg chg="addSp delSp modSp add replId">
        <pc:chgData name="vraviven AT iastate.edu" userId="S::vraviven@iastate.edu::6186a068-8be9-437c-8e1a-fc38f6b141bf" providerId="AD" clId="Web-{26D92E6C-22ED-4DB3-1E61-10786605381B}" dt="2025-12-08T22:49:01.359" v="669"/>
        <pc:sldMkLst>
          <pc:docMk/>
          <pc:sldMk cId="3830742524" sldId="415"/>
        </pc:sldMkLst>
        <pc:spChg chg="add del mod">
          <ac:chgData name="vraviven AT iastate.edu" userId="S::vraviven@iastate.edu::6186a068-8be9-437c-8e1a-fc38f6b141bf" providerId="AD" clId="Web-{26D92E6C-22ED-4DB3-1E61-10786605381B}" dt="2025-12-08T22:45:39.813" v="378"/>
          <ac:spMkLst>
            <pc:docMk/>
            <pc:sldMk cId="3830742524" sldId="415"/>
            <ac:spMk id="3" creationId="{938EE3DC-3D06-E569-395F-539B2B41F786}"/>
          </ac:spMkLst>
        </pc:spChg>
        <pc:graphicFrameChg chg="mod modGraphic">
          <ac:chgData name="vraviven AT iastate.edu" userId="S::vraviven@iastate.edu::6186a068-8be9-437c-8e1a-fc38f6b141bf" providerId="AD" clId="Web-{26D92E6C-22ED-4DB3-1E61-10786605381B}" dt="2025-12-08T22:48:58.406" v="668"/>
          <ac:graphicFrameMkLst>
            <pc:docMk/>
            <pc:sldMk cId="3830742524" sldId="415"/>
            <ac:graphicFrameMk id="10" creationId="{D8AD888E-2CDE-7CD9-CB7F-CAE9D799453C}"/>
          </ac:graphicFrameMkLst>
        </pc:graphicFrameChg>
        <pc:picChg chg="add del mod">
          <ac:chgData name="vraviven AT iastate.edu" userId="S::vraviven@iastate.edu::6186a068-8be9-437c-8e1a-fc38f6b141bf" providerId="AD" clId="Web-{26D92E6C-22ED-4DB3-1E61-10786605381B}" dt="2025-12-08T22:49:01.359" v="669"/>
          <ac:picMkLst>
            <pc:docMk/>
            <pc:sldMk cId="3830742524" sldId="415"/>
            <ac:picMk id="5" creationId="{B0F15BCF-F347-EC0E-AEC2-63564816EC01}"/>
          </ac:picMkLst>
        </pc:picChg>
      </pc:sldChg>
    </pc:docChg>
  </pc:docChgLst>
  <pc:docChgLst>
    <pc:chgData name="Kaashyap, Raghav" userId="S::raghavk@iastate.edu::5b8b0ea9-3aa7-44b6-b4dd-fc1ab7b46b82" providerId="AD" clId="Web-{B25A7C63-D1F2-3D6B-BA27-183883143733}"/>
    <pc:docChg chg="modSld">
      <pc:chgData name="Kaashyap, Raghav" userId="S::raghavk@iastate.edu::5b8b0ea9-3aa7-44b6-b4dd-fc1ab7b46b82" providerId="AD" clId="Web-{B25A7C63-D1F2-3D6B-BA27-183883143733}" dt="2025-12-08T19:39:33.925" v="466" actId="20577"/>
      <pc:docMkLst>
        <pc:docMk/>
      </pc:docMkLst>
      <pc:sldChg chg="modSp">
        <pc:chgData name="Kaashyap, Raghav" userId="S::raghavk@iastate.edu::5b8b0ea9-3aa7-44b6-b4dd-fc1ab7b46b82" providerId="AD" clId="Web-{B25A7C63-D1F2-3D6B-BA27-183883143733}" dt="2025-12-08T19:37:55.301" v="463" actId="1076"/>
        <pc:sldMkLst>
          <pc:docMk/>
          <pc:sldMk cId="38493313" sldId="409"/>
        </pc:sldMkLst>
        <pc:spChg chg="mod">
          <ac:chgData name="Kaashyap, Raghav" userId="S::raghavk@iastate.edu::5b8b0ea9-3aa7-44b6-b4dd-fc1ab7b46b82" providerId="AD" clId="Web-{B25A7C63-D1F2-3D6B-BA27-183883143733}" dt="2025-12-08T19:37:41.254" v="461" actId="1076"/>
          <ac:spMkLst>
            <pc:docMk/>
            <pc:sldMk cId="38493313" sldId="409"/>
            <ac:spMk id="2" creationId="{FABE4F71-8365-0D48-2CAC-AF70AB457442}"/>
          </ac:spMkLst>
        </pc:spChg>
        <pc:spChg chg="mod">
          <ac:chgData name="Kaashyap, Raghav" userId="S::raghavk@iastate.edu::5b8b0ea9-3aa7-44b6-b4dd-fc1ab7b46b82" providerId="AD" clId="Web-{B25A7C63-D1F2-3D6B-BA27-183883143733}" dt="2025-12-08T19:37:50.848" v="462" actId="1076"/>
          <ac:spMkLst>
            <pc:docMk/>
            <pc:sldMk cId="38493313" sldId="409"/>
            <ac:spMk id="8" creationId="{1DC85E47-2F68-A66B-7F7C-A6C016BCF64F}"/>
          </ac:spMkLst>
        </pc:spChg>
        <pc:spChg chg="mod">
          <ac:chgData name="Kaashyap, Raghav" userId="S::raghavk@iastate.edu::5b8b0ea9-3aa7-44b6-b4dd-fc1ab7b46b82" providerId="AD" clId="Web-{B25A7C63-D1F2-3D6B-BA27-183883143733}" dt="2025-12-08T19:37:14.645" v="456" actId="20577"/>
          <ac:spMkLst>
            <pc:docMk/>
            <pc:sldMk cId="38493313" sldId="409"/>
            <ac:spMk id="15" creationId="{641A4B0E-BFC0-CF4A-4C49-B4CACCE323D9}"/>
          </ac:spMkLst>
        </pc:spChg>
        <pc:graphicFrameChg chg="mod">
          <ac:chgData name="Kaashyap, Raghav" userId="S::raghavk@iastate.edu::5b8b0ea9-3aa7-44b6-b4dd-fc1ab7b46b82" providerId="AD" clId="Web-{B25A7C63-D1F2-3D6B-BA27-183883143733}" dt="2025-12-08T19:37:55.301" v="463" actId="1076"/>
          <ac:graphicFrameMkLst>
            <pc:docMk/>
            <pc:sldMk cId="38493313" sldId="409"/>
            <ac:graphicFrameMk id="9" creationId="{7156BBA0-4F08-B67C-7F0F-EBB04BFBD050}"/>
          </ac:graphicFrameMkLst>
        </pc:graphicFrameChg>
        <pc:picChg chg="mod">
          <ac:chgData name="Kaashyap, Raghav" userId="S::raghavk@iastate.edu::5b8b0ea9-3aa7-44b6-b4dd-fc1ab7b46b82" providerId="AD" clId="Web-{B25A7C63-D1F2-3D6B-BA27-183883143733}" dt="2025-12-08T19:37:36.660" v="460" actId="1076"/>
          <ac:picMkLst>
            <pc:docMk/>
            <pc:sldMk cId="38493313" sldId="409"/>
            <ac:picMk id="3" creationId="{B0259A24-F6FD-20FE-8A61-622C88C92400}"/>
          </ac:picMkLst>
        </pc:picChg>
      </pc:sldChg>
      <pc:sldChg chg="modSp">
        <pc:chgData name="Kaashyap, Raghav" userId="S::raghavk@iastate.edu::5b8b0ea9-3aa7-44b6-b4dd-fc1ab7b46b82" providerId="AD" clId="Web-{B25A7C63-D1F2-3D6B-BA27-183883143733}" dt="2025-12-08T19:39:33.925" v="466" actId="20577"/>
        <pc:sldMkLst>
          <pc:docMk/>
          <pc:sldMk cId="1870904069" sldId="411"/>
        </pc:sldMkLst>
        <pc:spChg chg="mod">
          <ac:chgData name="Kaashyap, Raghav" userId="S::raghavk@iastate.edu::5b8b0ea9-3aa7-44b6-b4dd-fc1ab7b46b82" providerId="AD" clId="Web-{B25A7C63-D1F2-3D6B-BA27-183883143733}" dt="2025-12-08T19:34:35.286" v="361" actId="1076"/>
          <ac:spMkLst>
            <pc:docMk/>
            <pc:sldMk cId="1870904069" sldId="411"/>
            <ac:spMk id="2" creationId="{F3937223-4928-F73A-3C4F-A3C45914F82D}"/>
          </ac:spMkLst>
        </pc:spChg>
        <pc:spChg chg="mod">
          <ac:chgData name="Kaashyap, Raghav" userId="S::raghavk@iastate.edu::5b8b0ea9-3aa7-44b6-b4dd-fc1ab7b46b82" providerId="AD" clId="Web-{B25A7C63-D1F2-3D6B-BA27-183883143733}" dt="2025-12-08T19:39:33.925" v="466" actId="20577"/>
          <ac:spMkLst>
            <pc:docMk/>
            <pc:sldMk cId="1870904069" sldId="411"/>
            <ac:spMk id="7" creationId="{93656176-6E06-D141-B0EC-CA8F000A512F}"/>
          </ac:spMkLst>
        </pc:spChg>
        <pc:graphicFrameChg chg="mod modGraphic">
          <ac:chgData name="Kaashyap, Raghav" userId="S::raghavk@iastate.edu::5b8b0ea9-3aa7-44b6-b4dd-fc1ab7b46b82" providerId="AD" clId="Web-{B25A7C63-D1F2-3D6B-BA27-183883143733}" dt="2025-12-08T19:34:39.020" v="362" actId="1076"/>
          <ac:graphicFrameMkLst>
            <pc:docMk/>
            <pc:sldMk cId="1870904069" sldId="411"/>
            <ac:graphicFrameMk id="4" creationId="{77095A38-FAED-7D0D-9834-F23B75CA14AB}"/>
          </ac:graphicFrameMkLst>
        </pc:graphicFrameChg>
      </pc:sldChg>
      <pc:sldChg chg="modSp">
        <pc:chgData name="Kaashyap, Raghav" userId="S::raghavk@iastate.edu::5b8b0ea9-3aa7-44b6-b4dd-fc1ab7b46b82" providerId="AD" clId="Web-{B25A7C63-D1F2-3D6B-BA27-183883143733}" dt="2025-12-08T19:27:32.489" v="72" actId="20577"/>
        <pc:sldMkLst>
          <pc:docMk/>
          <pc:sldMk cId="246179144" sldId="412"/>
        </pc:sldMkLst>
        <pc:spChg chg="mod">
          <ac:chgData name="Kaashyap, Raghav" userId="S::raghavk@iastate.edu::5b8b0ea9-3aa7-44b6-b4dd-fc1ab7b46b82" providerId="AD" clId="Web-{B25A7C63-D1F2-3D6B-BA27-183883143733}" dt="2025-12-08T19:27:32.489" v="72" actId="20577"/>
          <ac:spMkLst>
            <pc:docMk/>
            <pc:sldMk cId="246179144" sldId="412"/>
            <ac:spMk id="5" creationId="{A6B6157E-BB31-9FDD-7EE3-21BE304622A6}"/>
          </ac:spMkLst>
        </pc:spChg>
      </pc:sldChg>
    </pc:docChg>
  </pc:docChgLst>
  <pc:docChgLst>
    <pc:chgData name="Sharma, Neal K" userId="S::nea1@iastate.edu::a8f24e1b-a6e4-4bbf-8b81-f309165b7467" providerId="AD" clId="Web-{5C1CF790-1251-37A7-B979-35D2FFB68F55}"/>
    <pc:docChg chg="modSld">
      <pc:chgData name="Sharma, Neal K" userId="S::nea1@iastate.edu::a8f24e1b-a6e4-4bbf-8b81-f309165b7467" providerId="AD" clId="Web-{5C1CF790-1251-37A7-B979-35D2FFB68F55}" dt="2025-12-09T22:09:19.836" v="5" actId="20577"/>
      <pc:docMkLst>
        <pc:docMk/>
      </pc:docMkLst>
      <pc:sldChg chg="modSp">
        <pc:chgData name="Sharma, Neal K" userId="S::nea1@iastate.edu::a8f24e1b-a6e4-4bbf-8b81-f309165b7467" providerId="AD" clId="Web-{5C1CF790-1251-37A7-B979-35D2FFB68F55}" dt="2025-12-09T22:09:19.836" v="5" actId="20577"/>
        <pc:sldMkLst>
          <pc:docMk/>
          <pc:sldMk cId="2532341142" sldId="410"/>
        </pc:sldMkLst>
        <pc:spChg chg="mod">
          <ac:chgData name="Sharma, Neal K" userId="S::nea1@iastate.edu::a8f24e1b-a6e4-4bbf-8b81-f309165b7467" providerId="AD" clId="Web-{5C1CF790-1251-37A7-B979-35D2FFB68F55}" dt="2025-12-09T22:09:19.836" v="5" actId="20577"/>
          <ac:spMkLst>
            <pc:docMk/>
            <pc:sldMk cId="2532341142" sldId="410"/>
            <ac:spMk id="12" creationId="{46965AC7-5257-B8D3-EAB2-FDF7BBAC6163}"/>
          </ac:spMkLst>
        </pc:spChg>
      </pc:sldChg>
      <pc:sldChg chg="modSp">
        <pc:chgData name="Sharma, Neal K" userId="S::nea1@iastate.edu::a8f24e1b-a6e4-4bbf-8b81-f309165b7467" providerId="AD" clId="Web-{5C1CF790-1251-37A7-B979-35D2FFB68F55}" dt="2025-12-09T22:04:26.247" v="2" actId="20577"/>
        <pc:sldMkLst>
          <pc:docMk/>
          <pc:sldMk cId="246179144" sldId="412"/>
        </pc:sldMkLst>
        <pc:spChg chg="mod">
          <ac:chgData name="Sharma, Neal K" userId="S::nea1@iastate.edu::a8f24e1b-a6e4-4bbf-8b81-f309165b7467" providerId="AD" clId="Web-{5C1CF790-1251-37A7-B979-35D2FFB68F55}" dt="2025-12-09T22:04:26.247" v="2" actId="20577"/>
          <ac:spMkLst>
            <pc:docMk/>
            <pc:sldMk cId="246179144" sldId="412"/>
            <ac:spMk id="5" creationId="{A6B6157E-BB31-9FDD-7EE3-21BE304622A6}"/>
          </ac:spMkLst>
        </pc:spChg>
      </pc:sldChg>
    </pc:docChg>
  </pc:docChgLst>
  <pc:docChgLst>
    <pc:chgData name="Kaashyap, Raghav" userId="S::raghavk@iastate.edu::5b8b0ea9-3aa7-44b6-b4dd-fc1ab7b46b82" providerId="AD" clId="Web-{4C407BE3-2DC0-3FB2-1424-D309366AFA26}"/>
    <pc:docChg chg="modSld">
      <pc:chgData name="Kaashyap, Raghav" userId="S::raghavk@iastate.edu::5b8b0ea9-3aa7-44b6-b4dd-fc1ab7b46b82" providerId="AD" clId="Web-{4C407BE3-2DC0-3FB2-1424-D309366AFA26}" dt="2025-12-07T16:15:37.781" v="5" actId="1076"/>
      <pc:docMkLst>
        <pc:docMk/>
      </pc:docMkLst>
      <pc:sldChg chg="addSp delSp modSp">
        <pc:chgData name="Kaashyap, Raghav" userId="S::raghavk@iastate.edu::5b8b0ea9-3aa7-44b6-b4dd-fc1ab7b46b82" providerId="AD" clId="Web-{4C407BE3-2DC0-3FB2-1424-D309366AFA26}" dt="2025-12-07T16:15:37.781" v="5" actId="1076"/>
        <pc:sldMkLst>
          <pc:docMk/>
          <pc:sldMk cId="1870904069" sldId="411"/>
        </pc:sldMkLst>
      </pc:sldChg>
    </pc:docChg>
  </pc:docChgLst>
  <pc:docChgLst>
    <pc:chgData name="vraviven AT iastate.edu" userId="S::vraviven@iastate.edu::6186a068-8be9-437c-8e1a-fc38f6b141bf" providerId="AD" clId="Web-{213A79FD-29E9-1D7E-9C51-8408E33D6BF8}"/>
    <pc:docChg chg="modSld">
      <pc:chgData name="vraviven AT iastate.edu" userId="S::vraviven@iastate.edu::6186a068-8be9-437c-8e1a-fc38f6b141bf" providerId="AD" clId="Web-{213A79FD-29E9-1D7E-9C51-8408E33D6BF8}" dt="2025-12-09T22:47:48.079" v="525"/>
      <pc:docMkLst>
        <pc:docMk/>
      </pc:docMkLst>
      <pc:sldChg chg="modSp">
        <pc:chgData name="vraviven AT iastate.edu" userId="S::vraviven@iastate.edu::6186a068-8be9-437c-8e1a-fc38f6b141bf" providerId="AD" clId="Web-{213A79FD-29E9-1D7E-9C51-8408E33D6BF8}" dt="2025-12-09T22:44:49.846" v="219"/>
        <pc:sldMkLst>
          <pc:docMk/>
          <pc:sldMk cId="1923718580" sldId="408"/>
        </pc:sldMkLst>
        <pc:graphicFrameChg chg="mod modGraphic">
          <ac:chgData name="vraviven AT iastate.edu" userId="S::vraviven@iastate.edu::6186a068-8be9-437c-8e1a-fc38f6b141bf" providerId="AD" clId="Web-{213A79FD-29E9-1D7E-9C51-8408E33D6BF8}" dt="2025-12-09T22:44:49.846" v="219"/>
          <ac:graphicFrameMkLst>
            <pc:docMk/>
            <pc:sldMk cId="1923718580" sldId="408"/>
            <ac:graphicFrameMk id="10" creationId="{34B7350D-6A5F-FD92-A108-D94CD1CDEA9D}"/>
          </ac:graphicFrameMkLst>
        </pc:graphicFrameChg>
      </pc:sldChg>
      <pc:sldChg chg="modSp">
        <pc:chgData name="vraviven AT iastate.edu" userId="S::vraviven@iastate.edu::6186a068-8be9-437c-8e1a-fc38f6b141bf" providerId="AD" clId="Web-{213A79FD-29E9-1D7E-9C51-8408E33D6BF8}" dt="2025-12-09T22:47:48.079" v="525"/>
        <pc:sldMkLst>
          <pc:docMk/>
          <pc:sldMk cId="3830742524" sldId="415"/>
        </pc:sldMkLst>
        <pc:graphicFrameChg chg="mod modGraphic">
          <ac:chgData name="vraviven AT iastate.edu" userId="S::vraviven@iastate.edu::6186a068-8be9-437c-8e1a-fc38f6b141bf" providerId="AD" clId="Web-{213A79FD-29E9-1D7E-9C51-8408E33D6BF8}" dt="2025-12-09T22:47:48.079" v="525"/>
          <ac:graphicFrameMkLst>
            <pc:docMk/>
            <pc:sldMk cId="3830742524" sldId="415"/>
            <ac:graphicFrameMk id="10" creationId="{D8AD888E-2CDE-7CD9-CB7F-CAE9D799453C}"/>
          </ac:graphicFrameMkLst>
        </pc:graphicFrameChg>
      </pc:sldChg>
    </pc:docChg>
  </pc:docChgLst>
  <pc:docChgLst>
    <pc:chgData name="Sharma, Neal K" userId="S::nea1@iastate.edu::a8f24e1b-a6e4-4bbf-8b81-f309165b7467" providerId="AD" clId="Web-{6F25497D-0390-A342-3ED9-BA01AA16B566}"/>
    <pc:docChg chg="modSld">
      <pc:chgData name="Sharma, Neal K" userId="S::nea1@iastate.edu::a8f24e1b-a6e4-4bbf-8b81-f309165b7467" providerId="AD" clId="Web-{6F25497D-0390-A342-3ED9-BA01AA16B566}" dt="2025-12-07T04:32:56.349" v="593" actId="1076"/>
      <pc:docMkLst>
        <pc:docMk/>
      </pc:docMkLst>
      <pc:sldChg chg="addSp delSp modSp">
        <pc:chgData name="Sharma, Neal K" userId="S::nea1@iastate.edu::a8f24e1b-a6e4-4bbf-8b81-f309165b7467" providerId="AD" clId="Web-{6F25497D-0390-A342-3ED9-BA01AA16B566}" dt="2025-12-07T04:32:56.349" v="593" actId="1076"/>
        <pc:sldMkLst>
          <pc:docMk/>
          <pc:sldMk cId="2532341142" sldId="410"/>
        </pc:sldMkLst>
        <pc:spChg chg="mod">
          <ac:chgData name="Sharma, Neal K" userId="S::nea1@iastate.edu::a8f24e1b-a6e4-4bbf-8b81-f309165b7467" providerId="AD" clId="Web-{6F25497D-0390-A342-3ED9-BA01AA16B566}" dt="2025-12-07T04:07:09.111" v="2" actId="1076"/>
          <ac:spMkLst>
            <pc:docMk/>
            <pc:sldMk cId="2532341142" sldId="410"/>
            <ac:spMk id="5" creationId="{ED481B24-3D87-4183-49A6-20127C2A8C3D}"/>
          </ac:spMkLst>
        </pc:spChg>
        <pc:spChg chg="mod">
          <ac:chgData name="Sharma, Neal K" userId="S::nea1@iastate.edu::a8f24e1b-a6e4-4bbf-8b81-f309165b7467" providerId="AD" clId="Web-{6F25497D-0390-A342-3ED9-BA01AA16B566}" dt="2025-12-07T04:15:39.569" v="225" actId="20577"/>
          <ac:spMkLst>
            <pc:docMk/>
            <pc:sldMk cId="2532341142" sldId="410"/>
            <ac:spMk id="7" creationId="{10D49A74-0E16-04D5-5C21-5CE9619F6311}"/>
          </ac:spMkLst>
        </pc:spChg>
        <pc:graphicFrameChg chg="add mod modGraphic">
          <ac:chgData name="Sharma, Neal K" userId="S::nea1@iastate.edu::a8f24e1b-a6e4-4bbf-8b81-f309165b7467" providerId="AD" clId="Web-{6F25497D-0390-A342-3ED9-BA01AA16B566}" dt="2025-12-07T04:31:53.644" v="585" actId="1076"/>
          <ac:graphicFrameMkLst>
            <pc:docMk/>
            <pc:sldMk cId="2532341142" sldId="410"/>
            <ac:graphicFrameMk id="14" creationId="{512446BD-530D-D523-AD27-5056BCA723DC}"/>
          </ac:graphicFrameMkLst>
        </pc:graphicFrameChg>
      </pc:sldChg>
    </pc:docChg>
  </pc:docChgLst>
  <pc:docChgLst>
    <pc:chgData name="Sharma, Neal K" userId="S::nea1@iastate.edu::a8f24e1b-a6e4-4bbf-8b81-f309165b7467" providerId="AD" clId="Web-{2496C0EE-5447-0A3B-A55B-D2117F090D11}"/>
    <pc:docChg chg="addSld modSld">
      <pc:chgData name="Sharma, Neal K" userId="S::nea1@iastate.edu::a8f24e1b-a6e4-4bbf-8b81-f309165b7467" providerId="AD" clId="Web-{2496C0EE-5447-0A3B-A55B-D2117F090D11}" dt="2025-12-07T01:05:08.887" v="15"/>
      <pc:docMkLst>
        <pc:docMk/>
      </pc:docMkLst>
      <pc:sldChg chg="addSp delSp modSp">
        <pc:chgData name="Sharma, Neal K" userId="S::nea1@iastate.edu::a8f24e1b-a6e4-4bbf-8b81-f309165b7467" providerId="AD" clId="Web-{2496C0EE-5447-0A3B-A55B-D2117F090D11}" dt="2025-12-07T01:05:08.887" v="15"/>
        <pc:sldMkLst>
          <pc:docMk/>
          <pc:sldMk cId="38493313" sldId="409"/>
        </pc:sldMkLst>
        <pc:spChg chg="add">
          <ac:chgData name="Sharma, Neal K" userId="S::nea1@iastate.edu::a8f24e1b-a6e4-4bbf-8b81-f309165b7467" providerId="AD" clId="Web-{2496C0EE-5447-0A3B-A55B-D2117F090D11}" dt="2025-12-07T01:05:08.887" v="15"/>
          <ac:spMkLst>
            <pc:docMk/>
            <pc:sldMk cId="38493313" sldId="409"/>
            <ac:spMk id="5" creationId="{36DCAA5B-0C8B-7B26-3070-2BF7F979628D}"/>
          </ac:spMkLst>
        </pc:spChg>
      </pc:sldChg>
      <pc:sldChg chg="addSp delSp modSp new">
        <pc:chgData name="Sharma, Neal K" userId="S::nea1@iastate.edu::a8f24e1b-a6e4-4bbf-8b81-f309165b7467" providerId="AD" clId="Web-{2496C0EE-5447-0A3B-A55B-D2117F090D11}" dt="2025-12-07T01:04:39.824" v="10"/>
        <pc:sldMkLst>
          <pc:docMk/>
          <pc:sldMk cId="2532341142" sldId="410"/>
        </pc:sldMkLst>
        <pc:spChg chg="add">
          <ac:chgData name="Sharma, Neal K" userId="S::nea1@iastate.edu::a8f24e1b-a6e4-4bbf-8b81-f309165b7467" providerId="AD" clId="Web-{2496C0EE-5447-0A3B-A55B-D2117F090D11}" dt="2025-12-07T01:04:12.058" v="2"/>
          <ac:spMkLst>
            <pc:docMk/>
            <pc:sldMk cId="2532341142" sldId="410"/>
            <ac:spMk id="5" creationId="{ED481B24-3D87-4183-49A6-20127C2A8C3D}"/>
          </ac:spMkLst>
        </pc:spChg>
        <pc:spChg chg="add mod">
          <ac:chgData name="Sharma, Neal K" userId="S::nea1@iastate.edu::a8f24e1b-a6e4-4bbf-8b81-f309165b7467" providerId="AD" clId="Web-{2496C0EE-5447-0A3B-A55B-D2117F090D11}" dt="2025-12-07T01:04:14.683" v="4" actId="20577"/>
          <ac:spMkLst>
            <pc:docMk/>
            <pc:sldMk cId="2532341142" sldId="410"/>
            <ac:spMk id="7" creationId="{10D49A74-0E16-04D5-5C21-5CE9619F6311}"/>
          </ac:spMkLst>
        </pc:spChg>
        <pc:spChg chg="add">
          <ac:chgData name="Sharma, Neal K" userId="S::nea1@iastate.edu::a8f24e1b-a6e4-4bbf-8b81-f309165b7467" providerId="AD" clId="Web-{2496C0EE-5447-0A3B-A55B-D2117F090D11}" dt="2025-12-07T01:04:22.261" v="8"/>
          <ac:spMkLst>
            <pc:docMk/>
            <pc:sldMk cId="2532341142" sldId="410"/>
            <ac:spMk id="9" creationId="{C2BD8BEF-8CD8-12A1-ABE1-43D01403856F}"/>
          </ac:spMkLst>
        </pc:spChg>
      </pc:sldChg>
      <pc:sldChg chg="addSp delSp modSp new">
        <pc:chgData name="Sharma, Neal K" userId="S::nea1@iastate.edu::a8f24e1b-a6e4-4bbf-8b81-f309165b7467" providerId="AD" clId="Web-{2496C0EE-5447-0A3B-A55B-D2117F090D11}" dt="2025-12-07T01:04:44.027" v="11"/>
        <pc:sldMkLst>
          <pc:docMk/>
          <pc:sldMk cId="1870904069" sldId="411"/>
        </pc:sldMkLst>
        <pc:spChg chg="add">
          <ac:chgData name="Sharma, Neal K" userId="S::nea1@iastate.edu::a8f24e1b-a6e4-4bbf-8b81-f309165b7467" providerId="AD" clId="Web-{2496C0EE-5447-0A3B-A55B-D2117F090D11}" dt="2025-12-07T01:04:16.574" v="5"/>
          <ac:spMkLst>
            <pc:docMk/>
            <pc:sldMk cId="1870904069" sldId="411"/>
            <ac:spMk id="5" creationId="{F8CB43A4-D8F4-B8A4-8F2D-D02424E7D1F6}"/>
          </ac:spMkLst>
        </pc:spChg>
        <pc:spChg chg="add mod">
          <ac:chgData name="Sharma, Neal K" userId="S::nea1@iastate.edu::a8f24e1b-a6e4-4bbf-8b81-f309165b7467" providerId="AD" clId="Web-{2496C0EE-5447-0A3B-A55B-D2117F090D11}" dt="2025-12-07T01:04:19.183" v="7" actId="20577"/>
          <ac:spMkLst>
            <pc:docMk/>
            <pc:sldMk cId="1870904069" sldId="411"/>
            <ac:spMk id="7" creationId="{93656176-6E06-D141-B0EC-CA8F000A512F}"/>
          </ac:spMkLst>
        </pc:spChg>
        <pc:spChg chg="add">
          <ac:chgData name="Sharma, Neal K" userId="S::nea1@iastate.edu::a8f24e1b-a6e4-4bbf-8b81-f309165b7467" providerId="AD" clId="Web-{2496C0EE-5447-0A3B-A55B-D2117F090D11}" dt="2025-12-07T01:04:23.511" v="9"/>
          <ac:spMkLst>
            <pc:docMk/>
            <pc:sldMk cId="1870904069" sldId="411"/>
            <ac:spMk id="9" creationId="{E99C31A0-1B17-F89D-A20D-C04AB8EDDFBC}"/>
          </ac:spMkLst>
        </pc:spChg>
      </pc:sldChg>
    </pc:docChg>
  </pc:docChgLst>
  <pc:docChgLst>
    <pc:chgData name="Qian, Wei" userId="S::wqi@iastate.edu::5ad66119-21cc-4289-a6e5-67a131fa0cc6" providerId="AD" clId="Web-{4E8C6F0C-F45F-AA7E-A5AA-6BC8D0F5788F}"/>
    <pc:docChg chg="addSld delSld modSld">
      <pc:chgData name="Qian, Wei" userId="S::wqi@iastate.edu::5ad66119-21cc-4289-a6e5-67a131fa0cc6" providerId="AD" clId="Web-{4E8C6F0C-F45F-AA7E-A5AA-6BC8D0F5788F}" dt="2025-12-08T19:43:33.954" v="264"/>
      <pc:docMkLst>
        <pc:docMk/>
      </pc:docMkLst>
      <pc:sldChg chg="modSp">
        <pc:chgData name="Qian, Wei" userId="S::wqi@iastate.edu::5ad66119-21cc-4289-a6e5-67a131fa0cc6" providerId="AD" clId="Web-{4E8C6F0C-F45F-AA7E-A5AA-6BC8D0F5788F}" dt="2025-12-08T19:14:07.942" v="260" actId="20577"/>
        <pc:sldMkLst>
          <pc:docMk/>
          <pc:sldMk cId="188495485" sldId="396"/>
        </pc:sldMkLst>
        <pc:spChg chg="mod">
          <ac:chgData name="Qian, Wei" userId="S::wqi@iastate.edu::5ad66119-21cc-4289-a6e5-67a131fa0cc6" providerId="AD" clId="Web-{4E8C6F0C-F45F-AA7E-A5AA-6BC8D0F5788F}" dt="2025-12-08T19:14:07.942" v="260" actId="20577"/>
          <ac:spMkLst>
            <pc:docMk/>
            <pc:sldMk cId="188495485" sldId="396"/>
            <ac:spMk id="8" creationId="{EE5BD9B0-1F31-F05B-1CC2-ACB0DF97EFDC}"/>
          </ac:spMkLst>
        </pc:spChg>
      </pc:sldChg>
      <pc:sldChg chg="modSp del">
        <pc:chgData name="Qian, Wei" userId="S::wqi@iastate.edu::5ad66119-21cc-4289-a6e5-67a131fa0cc6" providerId="AD" clId="Web-{4E8C6F0C-F45F-AA7E-A5AA-6BC8D0F5788F}" dt="2025-12-08T19:43:33.954" v="264"/>
        <pc:sldMkLst>
          <pc:docMk/>
          <pc:sldMk cId="2511590528" sldId="401"/>
        </pc:sldMkLst>
        <pc:spChg chg="mod">
          <ac:chgData name="Qian, Wei" userId="S::wqi@iastate.edu::5ad66119-21cc-4289-a6e5-67a131fa0cc6" providerId="AD" clId="Web-{4E8C6F0C-F45F-AA7E-A5AA-6BC8D0F5788F}" dt="2025-12-08T19:14:19.239" v="263" actId="20577"/>
          <ac:spMkLst>
            <pc:docMk/>
            <pc:sldMk cId="2511590528" sldId="401"/>
            <ac:spMk id="14" creationId="{7039D7D6-94F6-6D92-7BAF-B49B1095B0CA}"/>
          </ac:spMkLst>
        </pc:spChg>
      </pc:sldChg>
      <pc:sldChg chg="addSp delSp modSp add replId">
        <pc:chgData name="Qian, Wei" userId="S::wqi@iastate.edu::5ad66119-21cc-4289-a6e5-67a131fa0cc6" providerId="AD" clId="Web-{4E8C6F0C-F45F-AA7E-A5AA-6BC8D0F5788F}" dt="2025-12-08T19:00:34.225" v="255" actId="20577"/>
        <pc:sldMkLst>
          <pc:docMk/>
          <pc:sldMk cId="246179144" sldId="412"/>
        </pc:sldMkLst>
        <pc:spChg chg="mod">
          <ac:chgData name="Qian, Wei" userId="S::wqi@iastate.edu::5ad66119-21cc-4289-a6e5-67a131fa0cc6" providerId="AD" clId="Web-{4E8C6F0C-F45F-AA7E-A5AA-6BC8D0F5788F}" dt="2025-12-08T18:41:39.589" v="8" actId="20577"/>
          <ac:spMkLst>
            <pc:docMk/>
            <pc:sldMk cId="246179144" sldId="412"/>
            <ac:spMk id="2" creationId="{D1AB6E07-4D5F-52E1-ED9B-B2A4512CB595}"/>
          </ac:spMkLst>
        </pc:spChg>
        <pc:spChg chg="add mod">
          <ac:chgData name="Qian, Wei" userId="S::wqi@iastate.edu::5ad66119-21cc-4289-a6e5-67a131fa0cc6" providerId="AD" clId="Web-{4E8C6F0C-F45F-AA7E-A5AA-6BC8D0F5788F}" dt="2025-12-08T19:00:34.225" v="255" actId="20577"/>
          <ac:spMkLst>
            <pc:docMk/>
            <pc:sldMk cId="246179144" sldId="412"/>
            <ac:spMk id="5" creationId="{A6B6157E-BB31-9FDD-7EE3-21BE304622A6}"/>
          </ac:spMkLst>
        </pc:spChg>
        <pc:spChg chg="del mod">
          <ac:chgData name="Qian, Wei" userId="S::wqi@iastate.edu::5ad66119-21cc-4289-a6e5-67a131fa0cc6" providerId="AD" clId="Web-{4E8C6F0C-F45F-AA7E-A5AA-6BC8D0F5788F}" dt="2025-12-08T18:41:31.714" v="3"/>
          <ac:spMkLst>
            <pc:docMk/>
            <pc:sldMk cId="246179144" sldId="412"/>
            <ac:spMk id="6" creationId="{754FCC69-F3C8-A306-29E7-555FD74EDFA5}"/>
          </ac:spMkLst>
        </pc:spChg>
      </pc:sldChg>
    </pc:docChg>
  </pc:docChgLst>
  <pc:docChgLst>
    <pc:chgData name="vraviven AT iastate.edu" userId="S::vraviven@iastate.edu::6186a068-8be9-437c-8e1a-fc38f6b141bf" providerId="AD" clId="Web-{8C6E0105-3ABA-A9C5-CE42-112BB18D63D1}"/>
    <pc:docChg chg="addSld modSld">
      <pc:chgData name="vraviven AT iastate.edu" userId="S::vraviven@iastate.edu::6186a068-8be9-437c-8e1a-fc38f6b141bf" providerId="AD" clId="Web-{8C6E0105-3ABA-A9C5-CE42-112BB18D63D1}" dt="2025-12-06T04:08:12.118" v="39"/>
      <pc:docMkLst>
        <pc:docMk/>
      </pc:docMkLst>
      <pc:sldChg chg="addSp delSp modSp add replId">
        <pc:chgData name="vraviven AT iastate.edu" userId="S::vraviven@iastate.edu::6186a068-8be9-437c-8e1a-fc38f6b141bf" providerId="AD" clId="Web-{8C6E0105-3ABA-A9C5-CE42-112BB18D63D1}" dt="2025-12-05T14:53:46.611" v="32" actId="14100"/>
        <pc:sldMkLst>
          <pc:docMk/>
          <pc:sldMk cId="1923718580" sldId="408"/>
        </pc:sldMkLst>
        <pc:spChg chg="mod">
          <ac:chgData name="vraviven AT iastate.edu" userId="S::vraviven@iastate.edu::6186a068-8be9-437c-8e1a-fc38f6b141bf" providerId="AD" clId="Web-{8C6E0105-3ABA-A9C5-CE42-112BB18D63D1}" dt="2025-12-05T14:51:17.825" v="3" actId="20577"/>
          <ac:spMkLst>
            <pc:docMk/>
            <pc:sldMk cId="1923718580" sldId="408"/>
            <ac:spMk id="15" creationId="{1CD473A5-8288-C1C8-9770-1968ACF3893A}"/>
          </ac:spMkLst>
        </pc:spChg>
      </pc:sldChg>
      <pc:sldChg chg="delSp modSp add replId">
        <pc:chgData name="vraviven AT iastate.edu" userId="S::vraviven@iastate.edu::6186a068-8be9-437c-8e1a-fc38f6b141bf" providerId="AD" clId="Web-{8C6E0105-3ABA-A9C5-CE42-112BB18D63D1}" dt="2025-12-06T04:08:12.118" v="39"/>
        <pc:sldMkLst>
          <pc:docMk/>
          <pc:sldMk cId="38493313" sldId="409"/>
        </pc:sldMkLst>
        <pc:spChg chg="mod">
          <ac:chgData name="vraviven AT iastate.edu" userId="S::vraviven@iastate.edu::6186a068-8be9-437c-8e1a-fc38f6b141bf" providerId="AD" clId="Web-{8C6E0105-3ABA-A9C5-CE42-112BB18D63D1}" dt="2025-12-06T04:08:02.134" v="36" actId="20577"/>
          <ac:spMkLst>
            <pc:docMk/>
            <pc:sldMk cId="38493313" sldId="409"/>
            <ac:spMk id="15" creationId="{641A4B0E-BFC0-CF4A-4C49-B4CACCE323D9}"/>
          </ac:spMkLst>
        </pc:spChg>
      </pc:sldChg>
    </pc:docChg>
  </pc:docChgLst>
  <pc:docChgLst>
    <pc:chgData name="vraviven AT iastate.edu" userId="S::vraviven@iastate.edu::6186a068-8be9-437c-8e1a-fc38f6b141bf" providerId="AD" clId="Web-{20AB5D4E-54CB-5649-27D3-F00D3C7F1F31}"/>
    <pc:docChg chg="addSld modSld">
      <pc:chgData name="vraviven AT iastate.edu" userId="S::vraviven@iastate.edu::6186a068-8be9-437c-8e1a-fc38f6b141bf" providerId="AD" clId="Web-{20AB5D4E-54CB-5649-27D3-F00D3C7F1F31}" dt="2025-12-08T19:38:44.810" v="370" actId="1076"/>
      <pc:docMkLst>
        <pc:docMk/>
      </pc:docMkLst>
      <pc:sldChg chg="addSp delSp modSp">
        <pc:chgData name="vraviven AT iastate.edu" userId="S::vraviven@iastate.edu::6186a068-8be9-437c-8e1a-fc38f6b141bf" providerId="AD" clId="Web-{20AB5D4E-54CB-5649-27D3-F00D3C7F1F31}" dt="2025-12-08T19:38:44.810" v="370" actId="1076"/>
        <pc:sldMkLst>
          <pc:docMk/>
          <pc:sldMk cId="1923718580" sldId="408"/>
        </pc:sldMkLst>
        <pc:spChg chg="add mod">
          <ac:chgData name="vraviven AT iastate.edu" userId="S::vraviven@iastate.edu::6186a068-8be9-437c-8e1a-fc38f6b141bf" providerId="AD" clId="Web-{20AB5D4E-54CB-5649-27D3-F00D3C7F1F31}" dt="2025-12-08T19:35:53.068" v="183" actId="1076"/>
          <ac:spMkLst>
            <pc:docMk/>
            <pc:sldMk cId="1923718580" sldId="408"/>
            <ac:spMk id="8" creationId="{9C7F27AE-9645-A106-59E1-7C3958E930E3}"/>
          </ac:spMkLst>
        </pc:spChg>
        <pc:spChg chg="mod">
          <ac:chgData name="vraviven AT iastate.edu" userId="S::vraviven@iastate.edu::6186a068-8be9-437c-8e1a-fc38f6b141bf" providerId="AD" clId="Web-{20AB5D4E-54CB-5649-27D3-F00D3C7F1F31}" dt="2025-12-08T19:35:47.568" v="182" actId="1076"/>
          <ac:spMkLst>
            <pc:docMk/>
            <pc:sldMk cId="1923718580" sldId="408"/>
            <ac:spMk id="15" creationId="{1CD473A5-8288-C1C8-9770-1968ACF3893A}"/>
          </ac:spMkLst>
        </pc:spChg>
        <pc:graphicFrameChg chg="add mod modGraphic">
          <ac:chgData name="vraviven AT iastate.edu" userId="S::vraviven@iastate.edu::6186a068-8be9-437c-8e1a-fc38f6b141bf" providerId="AD" clId="Web-{20AB5D4E-54CB-5649-27D3-F00D3C7F1F31}" dt="2025-12-08T19:38:44.810" v="370" actId="1076"/>
          <ac:graphicFrameMkLst>
            <pc:docMk/>
            <pc:sldMk cId="1923718580" sldId="408"/>
            <ac:graphicFrameMk id="10" creationId="{34B7350D-6A5F-FD92-A108-D94CD1CDEA9D}"/>
          </ac:graphicFrameMkLst>
        </pc:graphicFrameChg>
        <pc:picChg chg="mod">
          <ac:chgData name="vraviven AT iastate.edu" userId="S::vraviven@iastate.edu::6186a068-8be9-437c-8e1a-fc38f6b141bf" providerId="AD" clId="Web-{20AB5D4E-54CB-5649-27D3-F00D3C7F1F31}" dt="2025-12-08T19:35:57.881" v="185" actId="1076"/>
          <ac:picMkLst>
            <pc:docMk/>
            <pc:sldMk cId="1923718580" sldId="408"/>
            <ac:picMk id="3" creationId="{34B30505-F7AB-FD1E-3DCE-12F020B6EBB7}"/>
          </ac:picMkLst>
        </pc:picChg>
        <pc:picChg chg="del">
          <ac:chgData name="vraviven AT iastate.edu" userId="S::vraviven@iastate.edu::6186a068-8be9-437c-8e1a-fc38f6b141bf" providerId="AD" clId="Web-{20AB5D4E-54CB-5649-27D3-F00D3C7F1F31}" dt="2025-12-08T19:27:56.080" v="12"/>
          <ac:picMkLst>
            <pc:docMk/>
            <pc:sldMk cId="1923718580" sldId="408"/>
            <ac:picMk id="5" creationId="{6BCCF585-957E-DF72-3E6E-D6490037009E}"/>
          </ac:picMkLst>
        </pc:picChg>
        <pc:picChg chg="del">
          <ac:chgData name="vraviven AT iastate.edu" userId="S::vraviven@iastate.edu::6186a068-8be9-437c-8e1a-fc38f6b141bf" providerId="AD" clId="Web-{20AB5D4E-54CB-5649-27D3-F00D3C7F1F31}" dt="2025-12-08T19:27:58.564" v="13"/>
          <ac:picMkLst>
            <pc:docMk/>
            <pc:sldMk cId="1923718580" sldId="408"/>
            <ac:picMk id="6" creationId="{4A41B774-7245-5210-CD45-5EF8342EC313}"/>
          </ac:picMkLst>
        </pc:picChg>
        <pc:picChg chg="add mod">
          <ac:chgData name="vraviven AT iastate.edu" userId="S::vraviven@iastate.edu::6186a068-8be9-437c-8e1a-fc38f6b141bf" providerId="AD" clId="Web-{20AB5D4E-54CB-5649-27D3-F00D3C7F1F31}" dt="2025-12-08T19:36:07.771" v="188" actId="14100"/>
          <ac:picMkLst>
            <pc:docMk/>
            <pc:sldMk cId="1923718580" sldId="408"/>
            <ac:picMk id="9" creationId="{1E23F2FF-C635-DF32-2B6F-E890A3B88364}"/>
          </ac:picMkLst>
        </pc:picChg>
      </pc:sldChg>
      <pc:sldChg chg="delSp modSp add replId">
        <pc:chgData name="vraviven AT iastate.edu" userId="S::vraviven@iastate.edu::6186a068-8be9-437c-8e1a-fc38f6b141bf" providerId="AD" clId="Web-{20AB5D4E-54CB-5649-27D3-F00D3C7F1F31}" dt="2025-12-08T19:32:06.342" v="123" actId="14100"/>
        <pc:sldMkLst>
          <pc:docMk/>
          <pc:sldMk cId="2416377614" sldId="413"/>
        </pc:sldMkLst>
        <pc:picChg chg="del">
          <ac:chgData name="vraviven AT iastate.edu" userId="S::vraviven@iastate.edu::6186a068-8be9-437c-8e1a-fc38f6b141bf" providerId="AD" clId="Web-{20AB5D4E-54CB-5649-27D3-F00D3C7F1F31}" dt="2025-12-08T19:26:36.761" v="1"/>
          <ac:picMkLst>
            <pc:docMk/>
            <pc:sldMk cId="2416377614" sldId="413"/>
            <ac:picMk id="3" creationId="{9683CB75-56FA-E03B-4958-10FD8742B891}"/>
          </ac:picMkLst>
        </pc:picChg>
        <pc:picChg chg="mod">
          <ac:chgData name="vraviven AT iastate.edu" userId="S::vraviven@iastate.edu::6186a068-8be9-437c-8e1a-fc38f6b141bf" providerId="AD" clId="Web-{20AB5D4E-54CB-5649-27D3-F00D3C7F1F31}" dt="2025-12-08T19:32:06.342" v="123" actId="14100"/>
          <ac:picMkLst>
            <pc:docMk/>
            <pc:sldMk cId="2416377614" sldId="413"/>
            <ac:picMk id="5" creationId="{7C0D544F-0AC6-640F-2533-A6D8B998860D}"/>
          </ac:picMkLst>
        </pc:picChg>
        <pc:picChg chg="del mod">
          <ac:chgData name="vraviven AT iastate.edu" userId="S::vraviven@iastate.edu::6186a068-8be9-437c-8e1a-fc38f6b141bf" providerId="AD" clId="Web-{20AB5D4E-54CB-5649-27D3-F00D3C7F1F31}" dt="2025-12-08T19:31:24.810" v="109"/>
          <ac:picMkLst>
            <pc:docMk/>
            <pc:sldMk cId="2416377614" sldId="413"/>
            <ac:picMk id="6" creationId="{4A4D13CF-0C71-FDA3-6324-136333AAE8D5}"/>
          </ac:picMkLst>
        </pc:picChg>
      </pc:sldChg>
      <pc:sldChg chg="addSp delSp modSp add replId">
        <pc:chgData name="vraviven AT iastate.edu" userId="S::vraviven@iastate.edu::6186a068-8be9-437c-8e1a-fc38f6b141bf" providerId="AD" clId="Web-{20AB5D4E-54CB-5649-27D3-F00D3C7F1F31}" dt="2025-12-08T19:31:57.373" v="120" actId="1076"/>
        <pc:sldMkLst>
          <pc:docMk/>
          <pc:sldMk cId="3310569112" sldId="414"/>
        </pc:sldMkLst>
        <pc:spChg chg="del mod">
          <ac:chgData name="vraviven AT iastate.edu" userId="S::vraviven@iastate.edu::6186a068-8be9-437c-8e1a-fc38f6b141bf" providerId="AD" clId="Web-{20AB5D4E-54CB-5649-27D3-F00D3C7F1F31}" dt="2025-12-08T19:31:55.279" v="119"/>
          <ac:spMkLst>
            <pc:docMk/>
            <pc:sldMk cId="3310569112" sldId="414"/>
            <ac:spMk id="15" creationId="{1D636A52-5B31-AADE-AA75-0D437DE3F5AF}"/>
          </ac:spMkLst>
        </pc:spChg>
        <pc:picChg chg="add mod">
          <ac:chgData name="vraviven AT iastate.edu" userId="S::vraviven@iastate.edu::6186a068-8be9-437c-8e1a-fc38f6b141bf" providerId="AD" clId="Web-{20AB5D4E-54CB-5649-27D3-F00D3C7F1F31}" dt="2025-12-08T19:31:57.373" v="120" actId="1076"/>
          <ac:picMkLst>
            <pc:docMk/>
            <pc:sldMk cId="3310569112" sldId="414"/>
            <ac:picMk id="3" creationId="{98B8008F-C510-F355-7D93-BEF79DFE348B}"/>
          </ac:picMkLst>
        </pc:picChg>
        <pc:picChg chg="del">
          <ac:chgData name="vraviven AT iastate.edu" userId="S::vraviven@iastate.edu::6186a068-8be9-437c-8e1a-fc38f6b141bf" providerId="AD" clId="Web-{20AB5D4E-54CB-5649-27D3-F00D3C7F1F31}" dt="2025-12-08T19:31:38.388" v="111"/>
          <ac:picMkLst>
            <pc:docMk/>
            <pc:sldMk cId="3310569112" sldId="414"/>
            <ac:picMk id="5" creationId="{63271CFD-E2FD-B23D-2751-A721A4683BFA}"/>
          </ac:picMkLst>
        </pc:picChg>
      </pc:sldChg>
    </pc:docChg>
  </pc:docChgLst>
  <pc:docChgLst>
    <pc:chgData name="Sharma, Neal K" userId="S::nea1@iastate.edu::a8f24e1b-a6e4-4bbf-8b81-f309165b7467" providerId="AD" clId="Web-{979A4171-47D4-3F5C-F77A-8313F730077C}"/>
    <pc:docChg chg="modSld">
      <pc:chgData name="Sharma, Neal K" userId="S::nea1@iastate.edu::a8f24e1b-a6e4-4bbf-8b81-f309165b7467" providerId="AD" clId="Web-{979A4171-47D4-3F5C-F77A-8313F730077C}" dt="2025-12-09T22:57:18.505" v="9" actId="20577"/>
      <pc:docMkLst>
        <pc:docMk/>
      </pc:docMkLst>
      <pc:sldChg chg="modSp">
        <pc:chgData name="Sharma, Neal K" userId="S::nea1@iastate.edu::a8f24e1b-a6e4-4bbf-8b81-f309165b7467" providerId="AD" clId="Web-{979A4171-47D4-3F5C-F77A-8313F730077C}" dt="2025-12-09T22:57:18.505" v="9" actId="20577"/>
        <pc:sldMkLst>
          <pc:docMk/>
          <pc:sldMk cId="188495485" sldId="396"/>
        </pc:sldMkLst>
        <pc:spChg chg="mod">
          <ac:chgData name="Sharma, Neal K" userId="S::nea1@iastate.edu::a8f24e1b-a6e4-4bbf-8b81-f309165b7467" providerId="AD" clId="Web-{979A4171-47D4-3F5C-F77A-8313F730077C}" dt="2025-12-09T22:57:18.505" v="9" actId="20577"/>
          <ac:spMkLst>
            <pc:docMk/>
            <pc:sldMk cId="188495485" sldId="396"/>
            <ac:spMk id="8" creationId="{EE5BD9B0-1F31-F05B-1CC2-ACB0DF97EFDC}"/>
          </ac:spMkLst>
        </pc:spChg>
      </pc:sldChg>
    </pc:docChg>
  </pc:docChgLst>
  <pc:docChgLst>
    <pc:chgData name="Kaashyap, Raghav" userId="S::raghavk@iastate.edu::5b8b0ea9-3aa7-44b6-b4dd-fc1ab7b46b82" providerId="AD" clId="Web-{964BA4DD-1DB2-FF0F-D027-4880AE4FE0BC}"/>
    <pc:docChg chg="modSld">
      <pc:chgData name="Kaashyap, Raghav" userId="S::raghavk@iastate.edu::5b8b0ea9-3aa7-44b6-b4dd-fc1ab7b46b82" providerId="AD" clId="Web-{964BA4DD-1DB2-FF0F-D027-4880AE4FE0BC}" dt="2025-12-08T02:27:46.771" v="1062" actId="1076"/>
      <pc:docMkLst>
        <pc:docMk/>
      </pc:docMkLst>
      <pc:sldChg chg="addSp delSp modSp">
        <pc:chgData name="Kaashyap, Raghav" userId="S::raghavk@iastate.edu::5b8b0ea9-3aa7-44b6-b4dd-fc1ab7b46b82" providerId="AD" clId="Web-{964BA4DD-1DB2-FF0F-D027-4880AE4FE0BC}" dt="2025-12-08T02:24:46.217" v="890" actId="1076"/>
        <pc:sldMkLst>
          <pc:docMk/>
          <pc:sldMk cId="38493313" sldId="409"/>
        </pc:sldMkLst>
        <pc:spChg chg="add mod">
          <ac:chgData name="Kaashyap, Raghav" userId="S::raghavk@iastate.edu::5b8b0ea9-3aa7-44b6-b4dd-fc1ab7b46b82" providerId="AD" clId="Web-{964BA4DD-1DB2-FF0F-D027-4880AE4FE0BC}" dt="2025-12-08T02:11:26.161" v="261" actId="1076"/>
          <ac:spMkLst>
            <pc:docMk/>
            <pc:sldMk cId="38493313" sldId="409"/>
            <ac:spMk id="2" creationId="{FABE4F71-8365-0D48-2CAC-AF70AB457442}"/>
          </ac:spMkLst>
        </pc:spChg>
        <pc:spChg chg="add mod">
          <ac:chgData name="Kaashyap, Raghav" userId="S::raghavk@iastate.edu::5b8b0ea9-3aa7-44b6-b4dd-fc1ab7b46b82" providerId="AD" clId="Web-{964BA4DD-1DB2-FF0F-D027-4880AE4FE0BC}" dt="2025-12-08T02:24:01.308" v="878" actId="20577"/>
          <ac:spMkLst>
            <pc:docMk/>
            <pc:sldMk cId="38493313" sldId="409"/>
            <ac:spMk id="8" creationId="{1DC85E47-2F68-A66B-7F7C-A6C016BCF64F}"/>
          </ac:spMkLst>
        </pc:spChg>
        <pc:spChg chg="mod">
          <ac:chgData name="Kaashyap, Raghav" userId="S::raghavk@iastate.edu::5b8b0ea9-3aa7-44b6-b4dd-fc1ab7b46b82" providerId="AD" clId="Web-{964BA4DD-1DB2-FF0F-D027-4880AE4FE0BC}" dt="2025-12-08T02:23:48.900" v="873" actId="20577"/>
          <ac:spMkLst>
            <pc:docMk/>
            <pc:sldMk cId="38493313" sldId="409"/>
            <ac:spMk id="15" creationId="{641A4B0E-BFC0-CF4A-4C49-B4CACCE323D9}"/>
          </ac:spMkLst>
        </pc:spChg>
        <pc:graphicFrameChg chg="add mod modGraphic">
          <ac:chgData name="Kaashyap, Raghav" userId="S::raghavk@iastate.edu::5b8b0ea9-3aa7-44b6-b4dd-fc1ab7b46b82" providerId="AD" clId="Web-{964BA4DD-1DB2-FF0F-D027-4880AE4FE0BC}" dt="2025-12-08T02:24:46.217" v="890" actId="1076"/>
          <ac:graphicFrameMkLst>
            <pc:docMk/>
            <pc:sldMk cId="38493313" sldId="409"/>
            <ac:graphicFrameMk id="9" creationId="{7156BBA0-4F08-B67C-7F0F-EBB04BFBD050}"/>
          </ac:graphicFrameMkLst>
        </pc:graphicFrameChg>
        <pc:picChg chg="mod">
          <ac:chgData name="Kaashyap, Raghav" userId="S::raghavk@iastate.edu::5b8b0ea9-3aa7-44b6-b4dd-fc1ab7b46b82" providerId="AD" clId="Web-{964BA4DD-1DB2-FF0F-D027-4880AE4FE0BC}" dt="2025-12-08T02:24:41.419" v="889" actId="1076"/>
          <ac:picMkLst>
            <pc:docMk/>
            <pc:sldMk cId="38493313" sldId="409"/>
            <ac:picMk id="3" creationId="{B0259A24-F6FD-20FE-8A61-622C88C92400}"/>
          </ac:picMkLst>
        </pc:picChg>
        <pc:picChg chg="del mod">
          <ac:chgData name="Kaashyap, Raghav" userId="S::raghavk@iastate.edu::5b8b0ea9-3aa7-44b6-b4dd-fc1ab7b46b82" providerId="AD" clId="Web-{964BA4DD-1DB2-FF0F-D027-4880AE4FE0BC}" dt="2025-12-08T02:23:50.104" v="874"/>
          <ac:picMkLst>
            <pc:docMk/>
            <pc:sldMk cId="38493313" sldId="409"/>
            <ac:picMk id="6" creationId="{6CB81AF2-7FAE-D59C-280B-88F3EFDF8341}"/>
          </ac:picMkLst>
        </pc:picChg>
      </pc:sldChg>
      <pc:sldChg chg="addSp delSp modSp">
        <pc:chgData name="Kaashyap, Raghav" userId="S::raghavk@iastate.edu::5b8b0ea9-3aa7-44b6-b4dd-fc1ab7b46b82" providerId="AD" clId="Web-{964BA4DD-1DB2-FF0F-D027-4880AE4FE0BC}" dt="2025-12-08T02:27:46.771" v="1062" actId="1076"/>
        <pc:sldMkLst>
          <pc:docMk/>
          <pc:sldMk cId="1870904069" sldId="411"/>
        </pc:sldMkLst>
        <pc:spChg chg="add mod">
          <ac:chgData name="Kaashyap, Raghav" userId="S::raghavk@iastate.edu::5b8b0ea9-3aa7-44b6-b4dd-fc1ab7b46b82" providerId="AD" clId="Web-{964BA4DD-1DB2-FF0F-D027-4880AE4FE0BC}" dt="2025-12-08T02:27:12.911" v="1052" actId="20577"/>
          <ac:spMkLst>
            <pc:docMk/>
            <pc:sldMk cId="1870904069" sldId="411"/>
            <ac:spMk id="2" creationId="{F3937223-4928-F73A-3C4F-A3C45914F82D}"/>
          </ac:spMkLst>
        </pc:spChg>
        <pc:spChg chg="mod">
          <ac:chgData name="Kaashyap, Raghav" userId="S::raghavk@iastate.edu::5b8b0ea9-3aa7-44b6-b4dd-fc1ab7b46b82" providerId="AD" clId="Web-{964BA4DD-1DB2-FF0F-D027-4880AE4FE0BC}" dt="2025-12-08T02:17:03.794" v="669" actId="20577"/>
          <ac:spMkLst>
            <pc:docMk/>
            <pc:sldMk cId="1870904069" sldId="411"/>
            <ac:spMk id="7" creationId="{93656176-6E06-D141-B0EC-CA8F000A512F}"/>
          </ac:spMkLst>
        </pc:spChg>
        <pc:graphicFrameChg chg="add mod modGraphic">
          <ac:chgData name="Kaashyap, Raghav" userId="S::raghavk@iastate.edu::5b8b0ea9-3aa7-44b6-b4dd-fc1ab7b46b82" providerId="AD" clId="Web-{964BA4DD-1DB2-FF0F-D027-4880AE4FE0BC}" dt="2025-12-08T02:27:46.771" v="1062" actId="1076"/>
          <ac:graphicFrameMkLst>
            <pc:docMk/>
            <pc:sldMk cId="1870904069" sldId="411"/>
            <ac:graphicFrameMk id="4" creationId="{77095A38-FAED-7D0D-9834-F23B75CA14AB}"/>
          </ac:graphicFrameMkLst>
        </pc:graphicFrameChg>
        <pc:picChg chg="del mod">
          <ac:chgData name="Kaashyap, Raghav" userId="S::raghavk@iastate.edu::5b8b0ea9-3aa7-44b6-b4dd-fc1ab7b46b82" providerId="AD" clId="Web-{964BA4DD-1DB2-FF0F-D027-4880AE4FE0BC}" dt="2025-12-08T02:27:07.895" v="1046"/>
          <ac:picMkLst>
            <pc:docMk/>
            <pc:sldMk cId="1870904069" sldId="411"/>
            <ac:picMk id="3" creationId="{B5A3BE86-9263-E86D-1571-DC7C2746A584}"/>
          </ac:picMkLst>
        </pc:picChg>
      </pc:sldChg>
    </pc:docChg>
  </pc:docChgLst>
</pc:chgInfo>
</file>

<file path=ppt/comments/modernComment_18C_B3C367D.xml><?xml version="1.0" encoding="utf-8"?>
<p188:cmLst xmlns:a="http://schemas.openxmlformats.org/drawingml/2006/main" xmlns:r="http://schemas.openxmlformats.org/officeDocument/2006/relationships" xmlns:p188="http://schemas.microsoft.com/office/powerpoint/2018/8/main">
  <p188:cm id="{439ACB06-F931-4648-B558-5128B459ECF9}" authorId="{CE34299B-887D-C83D-E942-B25B448A224B}" created="2025-11-18T04:09:04.629">
    <ac:deMkLst xmlns:ac="http://schemas.microsoft.com/office/drawing/2013/main/command">
      <pc:docMk xmlns:pc="http://schemas.microsoft.com/office/powerpoint/2013/main/command"/>
      <pc:sldMk xmlns:pc="http://schemas.microsoft.com/office/powerpoint/2013/main/command" cId="188495485" sldId="396"/>
      <ac:spMk id="8" creationId="{EE5BD9B0-1F31-F05B-1CC2-ACB0DF97EFDC}"/>
    </ac:deMkLst>
    <p188:txBody>
      <a:bodyPr/>
      <a:lstStyle/>
      <a:p>
        <a:r>
          <a:rPr lang="en-US"/>
          <a:t>May be give some details of the test, connecting to the supportive questions. For example, compare different unlearning method, compare different unlearning modality, etc.</a:t>
        </a:r>
      </a:p>
    </p188:txBody>
  </p188:cm>
</p188:cmLst>
</file>

<file path=ppt/comments/modernComment_19A_96F07596.xml><?xml version="1.0" encoding="utf-8"?>
<p188:cmLst xmlns:a="http://schemas.openxmlformats.org/drawingml/2006/main" xmlns:r="http://schemas.openxmlformats.org/officeDocument/2006/relationships" xmlns:p188="http://schemas.microsoft.com/office/powerpoint/2018/8/main">
  <p188:cm id="{A6D5890A-5D6E-444F-A415-5DE483956571}" authorId="{CE34299B-887D-C83D-E942-B25B448A224B}" status="resolved" created="2025-12-08T02:16:33.507" complete="100000">
    <pc:sldMkLst xmlns:pc="http://schemas.microsoft.com/office/powerpoint/2013/main/command">
      <pc:docMk/>
      <pc:sldMk cId="2532341142" sldId="410"/>
    </pc:sldMkLst>
    <p188:txBody>
      <a:bodyPr/>
      <a:lstStyle/>
      <a:p>
        <a:r>
          <a:rPr lang="en-US"/>
          <a:t>The font size in the figure is a bit small, and the width of the bar chart is too wide.</a:t>
        </a:r>
      </a:p>
    </p188:txBody>
    <p188:extLst>
      <p:ext xmlns:p="http://schemas.openxmlformats.org/presentationml/2006/main" uri="{57CB4572-C831-44C2-8A1C-0ADB6CCDFE69}">
        <p223:reactions xmlns:p223="http://schemas.microsoft.com/office/powerpoint/2022/03/main">
          <p223:rxn type="👍">
            <p223:instance time="2025-12-09T04:38:24.005" authorId="{A2C61DCD-A7CC-550E-2F53-8A0796A0F31E}"/>
          </p223:rxn>
        </p223:reactions>
      </p:ext>
    </p188:extLst>
  </p188:cm>
</p188:cmLst>
</file>

<file path=ppt/comments/modernComment_19D_9006FF0E.xml><?xml version="1.0" encoding="utf-8"?>
<p188:cmLst xmlns:a="http://schemas.openxmlformats.org/drawingml/2006/main" xmlns:r="http://schemas.openxmlformats.org/officeDocument/2006/relationships" xmlns:p188="http://schemas.microsoft.com/office/powerpoint/2018/8/main">
  <p188:cm id="{6F9D07BD-2157-43ED-BDC8-2AD6E2B47521}" authorId="{CE34299B-887D-C83D-E942-B25B448A224B}" created="2025-12-09T18:50:56.134">
    <pc:sldMkLst xmlns:pc="http://schemas.microsoft.com/office/powerpoint/2013/main/command">
      <pc:docMk/>
      <pc:sldMk cId="2416377614" sldId="413"/>
    </pc:sldMkLst>
    <p188:txBody>
      <a:bodyPr/>
      <a:lstStyle/>
      <a:p>
        <a:r>
          <a:rPr lang="en-US"/>
          <a:t>It would be better to increase the font-size in the plot scripts instead of scaling the entire figure.</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6A06D318-3DC4-4F07-8163-7ECCEE7C7D84}" authorId="{CE34299B-887D-C83D-E942-B25B448A224B}" status="resolved" created="2025-11-18T03:52:28.277" complete="100000">
    <pc:sldMkLst xmlns:pc="http://schemas.microsoft.com/office/powerpoint/2013/main/command">
      <pc:docMk/>
      <pc:sldMk cId="0" sldId="257"/>
    </pc:sldMkLst>
    <p188:txBody>
      <a:bodyPr/>
      <a:lstStyle/>
      <a:p>
        <a:r>
          <a:rPr lang="en-US"/>
          <a:t>Update the illustration figure</a:t>
        </a:r>
      </a:p>
    </p188:txBody>
    <p188:extLst>
      <p:ext xmlns:p="http://schemas.openxmlformats.org/presentationml/2006/main" uri="{57CB4572-C831-44C2-8A1C-0ADB6CCDFE69}">
        <p223:reactions xmlns:p223="http://schemas.microsoft.com/office/powerpoint/2022/03/main">
          <p223:rxn type="👍">
            <p223:instance time="2025-11-18T19:14:06.461" authorId="{FE094EE3-609B-374B-41FC-9E984ABD02E2}"/>
          </p223:rxn>
        </p223:reactions>
      </p:ext>
    </p188:extLst>
  </p188:cm>
</p188:cmLst>
</file>

<file path=ppt/comments/modernComment_189_28EB5CE6.xml><?xml version="1.0" encoding="utf-8"?>
<p188:cmLst xmlns:a="http://schemas.openxmlformats.org/drawingml/2006/main" xmlns:r="http://schemas.openxmlformats.org/officeDocument/2006/relationships" xmlns:p188="http://schemas.microsoft.com/office/powerpoint/2018/8/main">
  <p188:cm id="{D0A78F1D-9A52-4102-937D-D4365943A823}" authorId="{CE34299B-887D-C83D-E942-B25B448A224B}" created="2025-11-18T03:55:25.546">
    <pc:sldMkLst xmlns:pc="http://schemas.microsoft.com/office/powerpoint/2013/main/command">
      <pc:docMk/>
      <pc:sldMk cId="686513382" sldId="393"/>
    </pc:sldMkLst>
    <p188:txBody>
      <a:bodyPr/>
      <a:lstStyle/>
      <a:p>
        <a:r>
          <a:rPr lang="en-US"/>
          <a:t>Past some related work from previous presentation, but will just skip it when doing presentation</a:t>
        </a:r>
      </a:p>
    </p188:txBody>
  </p188:cm>
</p188:cmLst>
</file>

<file path=ppt/comments/modernComment_190_650CB575.xml><?xml version="1.0" encoding="utf-8"?>
<p188:cmLst xmlns:a="http://schemas.openxmlformats.org/drawingml/2006/main" xmlns:r="http://schemas.openxmlformats.org/officeDocument/2006/relationships" xmlns:p188="http://schemas.microsoft.com/office/powerpoint/2018/8/main">
  <p188:cm id="{C2A4EA20-BDE3-43BF-BED8-57052F97F227}" authorId="{CE34299B-887D-C83D-E942-B25B448A224B}" status="resolved" created="2025-11-18T04:02:54.035" complete="100000">
    <pc:sldMkLst xmlns:pc="http://schemas.microsoft.com/office/powerpoint/2013/main/command">
      <pc:docMk/>
      <pc:sldMk cId="1695331701" sldId="400"/>
    </pc:sldMkLst>
    <p188:txBody>
      <a:bodyPr/>
      <a:lstStyle/>
      <a:p>
        <a:r>
          <a:rPr lang="en-US"/>
          <a:t>Add other unlearning methods, such as fine-tuning and first-order based unlearning.</a:t>
        </a:r>
      </a:p>
    </p188:txBody>
  </p188:cm>
</p188:cmLst>
</file>

<file path=ppt/comments/modernComment_193_90708366.xml><?xml version="1.0" encoding="utf-8"?>
<p188:cmLst xmlns:a="http://schemas.openxmlformats.org/drawingml/2006/main" xmlns:r="http://schemas.openxmlformats.org/officeDocument/2006/relationships" xmlns:p188="http://schemas.microsoft.com/office/powerpoint/2018/8/main">
  <p188:cm id="{CB5031BF-1F01-4FE1-B590-5E8D81E3DC17}" authorId="{CE34299B-887D-C83D-E942-B25B448A224B}" created="2025-11-18T03:54:15.715">
    <ac:deMkLst xmlns:ac="http://schemas.microsoft.com/office/drawing/2013/main/command">
      <pc:docMk xmlns:pc="http://schemas.microsoft.com/office/powerpoint/2013/main/command"/>
      <pc:sldMk xmlns:pc="http://schemas.microsoft.com/office/powerpoint/2013/main/command" cId="2423292774" sldId="403"/>
      <ac:spMk id="19" creationId="{4D7F0501-FF1F-57DD-2BC0-750814AEEA9B}"/>
    </ac:deMkLst>
    <p188:txBody>
      <a:bodyPr/>
      <a:lstStyle/>
      <a:p>
        <a:r>
          <a:rPr lang="en-US"/>
          <a:t>Give some examples for each question. For example, in feature-level, we can remove the noisy background, etc. </a:t>
        </a:r>
      </a:p>
    </p188:txBody>
  </p188:cm>
</p188:cmLst>
</file>

<file path=ppt/comments/modernComment_198_72A99DB4.xml><?xml version="1.0" encoding="utf-8"?>
<p188:cmLst xmlns:a="http://schemas.openxmlformats.org/drawingml/2006/main" xmlns:r="http://schemas.openxmlformats.org/officeDocument/2006/relationships" xmlns:p188="http://schemas.microsoft.com/office/powerpoint/2018/8/main">
  <p188:cm id="{82EFE681-2F36-434D-9487-0A28A762E2EB}" authorId="{CE34299B-887D-C83D-E942-B25B448A224B}" status="resolved" created="2025-12-08T02:13:20.873" complete="100000">
    <pc:sldMkLst xmlns:pc="http://schemas.microsoft.com/office/powerpoint/2013/main/command">
      <pc:docMk/>
      <pc:sldMk cId="1923718580" sldId="408"/>
    </pc:sldMkLst>
    <p188:txBody>
      <a:bodyPr/>
      <a:lstStyle/>
      <a:p>
        <a:r>
          <a:rPr lang="en-US"/>
          <a:t>Please use the table in the PowerPoint presentation instead of printing the output to the console.</a:t>
        </a:r>
      </a:p>
    </p188:txBody>
  </p188:cm>
  <p188:cm id="{9134AAEB-381D-4F31-A423-572C98B4F010}" authorId="{CE34299B-887D-C83D-E942-B25B448A224B}" status="resolved" created="2025-12-08T02:13:43.904" complete="100000">
    <pc:sldMkLst xmlns:pc="http://schemas.microsoft.com/office/powerpoint/2013/main/command">
      <pc:docMk/>
      <pc:sldMk cId="1923718580" sldId="408"/>
    </pc:sldMkLst>
    <p188:txBody>
      <a:bodyPr/>
      <a:lstStyle/>
      <a:p>
        <a:r>
          <a:rPr lang="en-US"/>
          <a:t>The table can be split one for unlearning results, and another one for uncertainty results.</a:t>
        </a:r>
      </a:p>
    </p188:txBody>
  </p188:cm>
  <p188:cm id="{43A4709F-FFC9-4225-B7A3-99188EA3206B}" authorId="{CE34299B-887D-C83D-E942-B25B448A224B}" status="resolved" created="2025-12-08T02:15:08.970" complete="100000">
    <pc:sldMkLst xmlns:pc="http://schemas.microsoft.com/office/powerpoint/2013/main/command">
      <pc:docMk/>
      <pc:sldMk cId="1923718580" sldId="408"/>
    </pc:sldMkLst>
    <p188:txBody>
      <a:bodyPr/>
      <a:lstStyle/>
      <a:p>
        <a:r>
          <a:rPr lang="en-US"/>
          <a:t>The font size in the figure is too small.</a:t>
        </a:r>
      </a:p>
    </p188:txBody>
  </p188:cm>
  <p188:cm id="{743A4B54-A060-4836-9B1C-DCA7798C482F}" authorId="{CE34299B-887D-C83D-E942-B25B448A224B}" status="resolved" created="2025-12-08T02:18:42.103" complete="100000">
    <pc:sldMkLst xmlns:pc="http://schemas.microsoft.com/office/powerpoint/2013/main/command">
      <pc:docMk/>
      <pc:sldMk cId="1923718580" sldId="408"/>
    </pc:sldMkLst>
    <p188:txBody>
      <a:bodyPr/>
      <a:lstStyle/>
      <a:p>
        <a:r>
          <a:rPr lang="en-US"/>
          <a:t>Separate the figure to another slide. </a:t>
        </a:r>
      </a:p>
    </p188:txBody>
  </p188:cm>
  <p188:cm id="{DA950ED2-ED07-402F-9B16-BE4619AC3BDB}" authorId="{CE34299B-887D-C83D-E942-B25B448A224B}" status="resolved" created="2025-12-09T19:08:11.987" complete="100000">
    <pc:sldMkLst xmlns:pc="http://schemas.microsoft.com/office/powerpoint/2013/main/command">
      <pc:docMk/>
      <pc:sldMk cId="1923718580" sldId="408"/>
    </pc:sldMkLst>
    <p188:txBody>
      <a:bodyPr/>
      <a:lstStyle/>
      <a:p>
        <a:r>
          <a:rPr lang="en-US"/>
          <a:t>I've noticed some issues with the accuracy results. The accuracy for the retain class is only 10%, which is equivalent to random guessing on the CIFAR-10 dataset. </a:t>
        </a:r>
      </a:p>
    </p188:txBody>
  </p188:cm>
</p188:cmLst>
</file>

<file path=ppt/comments/modernComment_199_24B5C81.xml><?xml version="1.0" encoding="utf-8"?>
<p188:cmLst xmlns:a="http://schemas.openxmlformats.org/drawingml/2006/main" xmlns:r="http://schemas.openxmlformats.org/officeDocument/2006/relationships" xmlns:p188="http://schemas.microsoft.com/office/powerpoint/2018/8/main">
  <p188:cm id="{97DAD718-5DC4-47BC-8D12-EA2AE2F5754C}" authorId="{FE094EE3-609B-374B-41FC-9E984ABD02E2}" created="2025-12-07T12:19:43.065">
    <pc:sldMkLst xmlns:pc="http://schemas.microsoft.com/office/powerpoint/2013/main/command">
      <pc:docMk/>
      <pc:sldMk cId="38493313" sldId="409"/>
    </pc:sldMkLst>
    <p188:txBody>
      <a:bodyPr/>
      <a:lstStyle/>
      <a:p>
        <a:r>
          <a:rPr lang="en-US"/>
          <a:t>will add more text to this soon. working on q4</a:t>
        </a:r>
      </a:p>
    </p188:txBody>
  </p188:cm>
  <p188:cm id="{D27767FF-9423-4198-8D8E-58FB4B0462F5}" authorId="{CE34299B-887D-C83D-E942-B25B448A224B}" created="2025-12-08T02:15:17.002">
    <pc:sldMkLst xmlns:pc="http://schemas.microsoft.com/office/powerpoint/2013/main/command">
      <pc:docMk/>
      <pc:sldMk cId="38493313" sldId="409"/>
    </pc:sldMkLst>
    <p188:txBody>
      <a:bodyPr/>
      <a:lstStyle/>
      <a:p>
        <a:r>
          <a:rPr lang="en-US"/>
          <a:t>Please use the table in the PowerPoint presentation instead of printing the output to the console.</a:t>
        </a:r>
      </a:p>
    </p188:txBody>
    <p188:extLst>
      <p:ext xmlns:p="http://schemas.openxmlformats.org/presentationml/2006/main" uri="{57CB4572-C831-44C2-8A1C-0ADB6CCDFE69}">
        <p223:reactions xmlns:p223="http://schemas.microsoft.com/office/powerpoint/2022/03/main">
          <p223:rxn type="👍">
            <p223:instance time="2025-12-08T02:17:24.982" authorId="{FE094EE3-609B-374B-41FC-9E984ABD02E2}"/>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48D8DB-5462-4CAB-8858-6658CBA420C2}" type="datetimeFigureOut">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332F6-28A6-495E-B678-32FE44FD321D}" type="slidenum">
              <a:t>‹#›</a:t>
            </a:fld>
            <a:endParaRPr lang="en-US"/>
          </a:p>
        </p:txBody>
      </p:sp>
    </p:spTree>
    <p:extLst>
      <p:ext uri="{BB962C8B-B14F-4D97-AF65-F5344CB8AC3E}">
        <p14:creationId xmlns:p14="http://schemas.microsoft.com/office/powerpoint/2010/main" val="2715707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i.org/10.1109/SP40001.2021.00019"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oi.org/10.1109/SP40001.2021.00019"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is to have this presentation serve as your portfolio, which you can show to a professor or others. </a:t>
            </a:r>
          </a:p>
          <a:p>
            <a:r>
              <a:rPr lang="en-US"/>
              <a:t>The acknowledgment to the National Science Foundation as some mentors are partially supported by the National Science Foundation through the Dependable-Data-Driven Discovery (D4) project.</a:t>
            </a:r>
          </a:p>
          <a:p>
            <a:endParaRPr lang="en-US"/>
          </a:p>
          <a:p>
            <a:r>
              <a:rPr lang="en-US"/>
              <a:t>Instruction: </a:t>
            </a:r>
          </a:p>
          <a:p>
            <a:endParaRPr lang="en-US"/>
          </a:p>
          <a:p>
            <a:r>
              <a:rPr lang="en-US"/>
              <a:t>Replace &lt; … &gt; with your own information.</a:t>
            </a:r>
          </a:p>
          <a:p>
            <a:r>
              <a:rPr lang="en-US"/>
              <a:t>1. Name your own project title.</a:t>
            </a:r>
          </a:p>
          <a:p>
            <a:r>
              <a:rPr lang="en-US"/>
              <a:t>2. Put your full name and the major you are in, and year in the major, such as first, second, or third year.</a:t>
            </a:r>
          </a:p>
          <a:p>
            <a:endParaRPr lang="en-US"/>
          </a:p>
        </p:txBody>
      </p:sp>
      <p:sp>
        <p:nvSpPr>
          <p:cNvPr id="4" name="Slide Number Placeholder 3"/>
          <p:cNvSpPr>
            <a:spLocks noGrp="1"/>
          </p:cNvSpPr>
          <p:nvPr>
            <p:ph type="sldNum" sz="quarter" idx="5"/>
          </p:nvPr>
        </p:nvSpPr>
        <p:spPr/>
        <p:txBody>
          <a:bodyPr/>
          <a:lstStyle/>
          <a:p>
            <a:fld id="{99A332F6-28A6-495E-B678-32FE44FD321D}" type="slidenum">
              <a:rPr lang="en-US" smtClean="0"/>
              <a:t>1</a:t>
            </a:fld>
            <a:endParaRPr lang="en-US"/>
          </a:p>
        </p:txBody>
      </p:sp>
    </p:spTree>
    <p:extLst>
      <p:ext uri="{BB962C8B-B14F-4D97-AF65-F5344CB8AC3E}">
        <p14:creationId xmlns:p14="http://schemas.microsoft.com/office/powerpoint/2010/main" val="2135088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Replace &lt;BODY&gt; with your own information.</a:t>
            </a:r>
          </a:p>
          <a:p>
            <a:endParaRPr lang="en-US"/>
          </a:p>
          <a:p>
            <a:r>
              <a:rPr lang="en-US"/>
              <a:t>Put your research question here.</a:t>
            </a:r>
          </a:p>
          <a:p>
            <a:r>
              <a:rPr lang="en-US"/>
              <a:t>This should be about one or two lines. The research question should fit the criteria for a good research question.</a:t>
            </a:r>
          </a:p>
        </p:txBody>
      </p:sp>
      <p:sp>
        <p:nvSpPr>
          <p:cNvPr id="4" name="Slide Number Placeholder 3"/>
          <p:cNvSpPr>
            <a:spLocks noGrp="1"/>
          </p:cNvSpPr>
          <p:nvPr>
            <p:ph type="sldNum" sz="quarter" idx="5"/>
          </p:nvPr>
        </p:nvSpPr>
        <p:spPr/>
        <p:txBody>
          <a:bodyPr/>
          <a:lstStyle/>
          <a:p>
            <a:fld id="{99A332F6-28A6-495E-B678-32FE44FD321D}" type="slidenum">
              <a:rPr lang="en-US" smtClean="0"/>
              <a:t>2</a:t>
            </a:fld>
            <a:endParaRPr lang="en-US"/>
          </a:p>
        </p:txBody>
      </p:sp>
    </p:spTree>
    <p:extLst>
      <p:ext uri="{BB962C8B-B14F-4D97-AF65-F5344CB8AC3E}">
        <p14:creationId xmlns:p14="http://schemas.microsoft.com/office/powerpoint/2010/main" val="306205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9DFE7-E392-97BF-7D39-67DC52809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305AC-19D5-2F6E-62F2-6586A49C6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698DE-E6EC-7BCF-FFF6-772A491796AB}"/>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Replace &lt;BODY&gt; with your own information.</a:t>
            </a:r>
          </a:p>
          <a:p>
            <a:endParaRPr lang="en-US"/>
          </a:p>
          <a:p>
            <a:r>
              <a:rPr lang="en-US"/>
              <a:t>Put your research question here.</a:t>
            </a:r>
          </a:p>
          <a:p>
            <a:r>
              <a:rPr lang="en-US"/>
              <a:t>This should be about one or two lines. The research question should fit the criteria for a good research question.</a:t>
            </a:r>
          </a:p>
        </p:txBody>
      </p:sp>
      <p:sp>
        <p:nvSpPr>
          <p:cNvPr id="4" name="Slide Number Placeholder 3">
            <a:extLst>
              <a:ext uri="{FF2B5EF4-FFF2-40B4-BE49-F238E27FC236}">
                <a16:creationId xmlns:a16="http://schemas.microsoft.com/office/drawing/2014/main" id="{D73FE1B9-A665-D5AC-70A2-A87953ECCD76}"/>
              </a:ext>
            </a:extLst>
          </p:cNvPr>
          <p:cNvSpPr>
            <a:spLocks noGrp="1"/>
          </p:cNvSpPr>
          <p:nvPr>
            <p:ph type="sldNum" sz="quarter" idx="5"/>
          </p:nvPr>
        </p:nvSpPr>
        <p:spPr/>
        <p:txBody>
          <a:bodyPr/>
          <a:lstStyle/>
          <a:p>
            <a:fld id="{99A332F6-28A6-495E-B678-32FE44FD321D}" type="slidenum">
              <a:rPr lang="en-US" smtClean="0"/>
              <a:t>3</a:t>
            </a:fld>
            <a:endParaRPr lang="en-US"/>
          </a:p>
        </p:txBody>
      </p:sp>
    </p:spTree>
    <p:extLst>
      <p:ext uri="{BB962C8B-B14F-4D97-AF65-F5344CB8AC3E}">
        <p14:creationId xmlns:p14="http://schemas.microsoft.com/office/powerpoint/2010/main" val="3309218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594AF-0CB0-E1D1-D53D-670FD28A7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D3179-8E0C-9D00-F74B-9942A369F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DD0D2D-C011-7B31-37D2-509FA429F22F}"/>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Replace &lt;BODY&gt; with your own information.</a:t>
            </a:r>
          </a:p>
          <a:p>
            <a:endParaRPr lang="en-US"/>
          </a:p>
          <a:p>
            <a:r>
              <a:rPr lang="en-US"/>
              <a:t>Put your research question here.</a:t>
            </a:r>
          </a:p>
          <a:p>
            <a:r>
              <a:rPr lang="en-US"/>
              <a:t>This should be about one or two lines. The research question should fit the criteria for a good research question.</a:t>
            </a:r>
          </a:p>
        </p:txBody>
      </p:sp>
      <p:sp>
        <p:nvSpPr>
          <p:cNvPr id="4" name="Slide Number Placeholder 3">
            <a:extLst>
              <a:ext uri="{FF2B5EF4-FFF2-40B4-BE49-F238E27FC236}">
                <a16:creationId xmlns:a16="http://schemas.microsoft.com/office/drawing/2014/main" id="{6114F16E-CFAD-8A36-8708-69DF20380570}"/>
              </a:ext>
            </a:extLst>
          </p:cNvPr>
          <p:cNvSpPr>
            <a:spLocks noGrp="1"/>
          </p:cNvSpPr>
          <p:nvPr>
            <p:ph type="sldNum" sz="quarter" idx="5"/>
          </p:nvPr>
        </p:nvSpPr>
        <p:spPr/>
        <p:txBody>
          <a:bodyPr/>
          <a:lstStyle/>
          <a:p>
            <a:fld id="{99A332F6-28A6-495E-B678-32FE44FD321D}" type="slidenum">
              <a:rPr lang="en-US" smtClean="0"/>
              <a:t>4</a:t>
            </a:fld>
            <a:endParaRPr lang="en-US"/>
          </a:p>
        </p:txBody>
      </p:sp>
    </p:spTree>
    <p:extLst>
      <p:ext uri="{BB962C8B-B14F-4D97-AF65-F5344CB8AC3E}">
        <p14:creationId xmlns:p14="http://schemas.microsoft.com/office/powerpoint/2010/main" val="764019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2649-28C7-A809-264E-7F00523A5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B61CB-D425-B08A-128F-5C6FE7E65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56B81-C737-3512-7585-E8C5D00CC8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a:t>Replace &lt;BODY …. &gt; with your own information.</a:t>
            </a:r>
          </a:p>
          <a:p>
            <a:endParaRPr lang="en-US" sz="3600"/>
          </a:p>
          <a:p>
            <a:r>
              <a:rPr lang="en-US" sz="3600"/>
              <a:t>1. Put your first related work. You can use more pages. However, ensure that each page is not too cluttered with lengthy text.</a:t>
            </a:r>
          </a:p>
          <a:p>
            <a:r>
              <a:rPr lang="en-US" sz="3600"/>
              <a:t>    You can use a bullet point. You do not need to put an entire sentence.</a:t>
            </a:r>
          </a:p>
          <a:p>
            <a:r>
              <a:rPr lang="en-US" sz="3600"/>
              <a:t>    Keep the presentation visually appealing.</a:t>
            </a:r>
          </a:p>
          <a:p>
            <a:r>
              <a:rPr lang="en-US" sz="3600"/>
              <a:t>2. Cite the reference using the first author’s last name and year, such as [Tavanapong et al., 2024] , in the slide where it is most appropriate. For instance, after the first bullet point.</a:t>
            </a:r>
          </a:p>
          <a:p>
            <a:r>
              <a:rPr lang="en-US" sz="3600"/>
              <a:t>    Some people cite it using a footnote to show the entire publication information. Some people place an image of the publication information in the top right corner.</a:t>
            </a:r>
          </a:p>
          <a:p>
            <a:endParaRPr lang="en-US"/>
          </a:p>
        </p:txBody>
      </p:sp>
      <p:sp>
        <p:nvSpPr>
          <p:cNvPr id="4" name="Slide Number Placeholder 3">
            <a:extLst>
              <a:ext uri="{FF2B5EF4-FFF2-40B4-BE49-F238E27FC236}">
                <a16:creationId xmlns:a16="http://schemas.microsoft.com/office/drawing/2014/main" id="{8A9BB76C-FDF8-9CCB-3DE4-1D08A1BC3CB1}"/>
              </a:ext>
            </a:extLst>
          </p:cNvPr>
          <p:cNvSpPr>
            <a:spLocks noGrp="1"/>
          </p:cNvSpPr>
          <p:nvPr>
            <p:ph type="sldNum" sz="quarter" idx="5"/>
          </p:nvPr>
        </p:nvSpPr>
        <p:spPr/>
        <p:txBody>
          <a:bodyPr/>
          <a:lstStyle/>
          <a:p>
            <a:fld id="{99A332F6-28A6-495E-B678-32FE44FD321D}" type="slidenum">
              <a:rPr lang="en-US" smtClean="0"/>
              <a:t>5</a:t>
            </a:fld>
            <a:endParaRPr lang="en-US"/>
          </a:p>
        </p:txBody>
      </p:sp>
    </p:spTree>
    <p:extLst>
      <p:ext uri="{BB962C8B-B14F-4D97-AF65-F5344CB8AC3E}">
        <p14:creationId xmlns:p14="http://schemas.microsoft.com/office/powerpoint/2010/main" val="522659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25935-DA40-C3C2-530F-F16D9B38A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7513D-EE06-6381-064E-24CABD178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0F62A-44B4-37C9-4329-B30AF20E76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a:t>Replace &lt;BODY …. &gt; with your own information.</a:t>
            </a:r>
          </a:p>
          <a:p>
            <a:endParaRPr lang="en-US" sz="3600"/>
          </a:p>
          <a:p>
            <a:r>
              <a:rPr lang="en-US" sz="3600"/>
              <a:t>1. Put your first related work. You can use more pages. However, ensure that each page is not too cluttered with lengthy text.</a:t>
            </a:r>
          </a:p>
          <a:p>
            <a:r>
              <a:rPr lang="en-US" sz="3600"/>
              <a:t>    You can use a bullet point. You do not need to put an entire sentence.</a:t>
            </a:r>
          </a:p>
          <a:p>
            <a:r>
              <a:rPr lang="en-US" sz="3600"/>
              <a:t>    Keep the presentation visually appealing.</a:t>
            </a:r>
          </a:p>
          <a:p>
            <a:r>
              <a:rPr lang="en-US" sz="3600"/>
              <a:t>2. Cite the reference using the first author’s last name and year, such as [Tavanapong et al., 2024] , in the slide where it is most appropriate. For instance, after the first bullet point.</a:t>
            </a:r>
          </a:p>
          <a:p>
            <a:r>
              <a:rPr lang="en-US" sz="3600"/>
              <a:t>    Some people cite it using a footnote to show the entire publication information. Some people place an image of the publication information in the top right corner.</a:t>
            </a:r>
          </a:p>
          <a:p>
            <a:r>
              <a:rPr lang="en-US"/>
              <a:t>.</a:t>
            </a:r>
          </a:p>
          <a:p>
            <a:endParaRPr lang="en-US"/>
          </a:p>
        </p:txBody>
      </p:sp>
      <p:sp>
        <p:nvSpPr>
          <p:cNvPr id="4" name="Slide Number Placeholder 3">
            <a:extLst>
              <a:ext uri="{FF2B5EF4-FFF2-40B4-BE49-F238E27FC236}">
                <a16:creationId xmlns:a16="http://schemas.microsoft.com/office/drawing/2014/main" id="{BE4004E1-56A0-ABB9-5664-BB1CC38CB342}"/>
              </a:ext>
            </a:extLst>
          </p:cNvPr>
          <p:cNvSpPr>
            <a:spLocks noGrp="1"/>
          </p:cNvSpPr>
          <p:nvPr>
            <p:ph type="sldNum" sz="quarter" idx="5"/>
          </p:nvPr>
        </p:nvSpPr>
        <p:spPr/>
        <p:txBody>
          <a:bodyPr/>
          <a:lstStyle/>
          <a:p>
            <a:fld id="{99A332F6-28A6-495E-B678-32FE44FD321D}" type="slidenum">
              <a:rPr lang="en-US" smtClean="0"/>
              <a:t>6</a:t>
            </a:fld>
            <a:endParaRPr lang="en-US"/>
          </a:p>
        </p:txBody>
      </p:sp>
    </p:spTree>
    <p:extLst>
      <p:ext uri="{BB962C8B-B14F-4D97-AF65-F5344CB8AC3E}">
        <p14:creationId xmlns:p14="http://schemas.microsoft.com/office/powerpoint/2010/main" val="3980491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A5F11-3F4C-D260-4CCA-06C5AC15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16F51-6D40-628F-A386-D10ACE14C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CD790-D423-1CFA-1FBB-6FBF956D5BE3}"/>
              </a:ext>
            </a:extLst>
          </p:cNvPr>
          <p:cNvSpPr>
            <a:spLocks noGrp="1"/>
          </p:cNvSpPr>
          <p:nvPr>
            <p:ph type="body" idx="1"/>
          </p:nvPr>
        </p:nvSpPr>
        <p:spPr/>
        <p:txBody>
          <a:bodyPr/>
          <a:lstStyle/>
          <a:p>
            <a:pPr>
              <a:buFont typeface="Arial" panose="020B0604020202020204" pitchFamily="34" charset="0"/>
              <a:buChar char="•"/>
            </a:pPr>
            <a:r>
              <a:rPr lang="en-US"/>
              <a:t>Instruction:</a:t>
            </a:r>
          </a:p>
          <a:p>
            <a:pPr>
              <a:buFont typeface="Arial" panose="020B0604020202020204" pitchFamily="34" charset="0"/>
              <a:buChar char="•"/>
            </a:pPr>
            <a:endParaRPr lang="en-US"/>
          </a:p>
          <a:p>
            <a:pPr>
              <a:buFont typeface="Arial" panose="020B0604020202020204" pitchFamily="34" charset="0"/>
              <a:buChar char="•"/>
            </a:pPr>
            <a:r>
              <a:rPr lang="en-US"/>
              <a:t>Descriptive statistics of your datasets, e.g., #of images/text documents, #questions per image/document,  </a:t>
            </a:r>
          </a:p>
          <a:p>
            <a:pPr>
              <a:buFont typeface="Arial" panose="020B0604020202020204" pitchFamily="34" charset="0"/>
              <a:buChar char="•"/>
            </a:pPr>
            <a:r>
              <a:rPr lang="en-US"/>
              <a:t>Show some examples of data such as questions and answers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B4FDC517-4DFA-58B1-D880-C680D69E3F2D}"/>
              </a:ext>
            </a:extLst>
          </p:cNvPr>
          <p:cNvSpPr>
            <a:spLocks noGrp="1"/>
          </p:cNvSpPr>
          <p:nvPr>
            <p:ph type="sldNum" sz="quarter" idx="5"/>
          </p:nvPr>
        </p:nvSpPr>
        <p:spPr/>
        <p:txBody>
          <a:bodyPr/>
          <a:lstStyle/>
          <a:p>
            <a:fld id="{99A332F6-28A6-495E-B678-32FE44FD321D}" type="slidenum">
              <a:rPr lang="en-US" smtClean="0"/>
              <a:t>7</a:t>
            </a:fld>
            <a:endParaRPr lang="en-US"/>
          </a:p>
        </p:txBody>
      </p:sp>
    </p:spTree>
    <p:extLst>
      <p:ext uri="{BB962C8B-B14F-4D97-AF65-F5344CB8AC3E}">
        <p14:creationId xmlns:p14="http://schemas.microsoft.com/office/powerpoint/2010/main" val="3385552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576CA-64FD-47CB-ECAC-E43D43B3E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A31D1-18D9-A03A-3539-322FD7C5E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280B15-066B-B824-6ED0-C2BF73F3D259}"/>
              </a:ext>
            </a:extLst>
          </p:cNvPr>
          <p:cNvSpPr>
            <a:spLocks noGrp="1"/>
          </p:cNvSpPr>
          <p:nvPr>
            <p:ph type="body" idx="1"/>
          </p:nvPr>
        </p:nvSpPr>
        <p:spPr/>
        <p:txBody>
          <a:bodyPr/>
          <a:lstStyle/>
          <a:p>
            <a:pPr>
              <a:buFont typeface="Arial" panose="020B0604020202020204" pitchFamily="34" charset="0"/>
              <a:buChar char="•"/>
            </a:pPr>
            <a:r>
              <a:rPr lang="en-US"/>
              <a:t>Instruction:</a:t>
            </a:r>
          </a:p>
          <a:p>
            <a:pPr>
              <a:buFont typeface="Arial" panose="020B0604020202020204" pitchFamily="34" charset="0"/>
              <a:buChar char="•"/>
            </a:pPr>
            <a:endParaRPr lang="en-US"/>
          </a:p>
          <a:p>
            <a:pPr>
              <a:buFont typeface="Arial" panose="020B0604020202020204" pitchFamily="34" charset="0"/>
              <a:buChar char="•"/>
            </a:pPr>
            <a:r>
              <a:rPr lang="en-US"/>
              <a:t>Descriptive statistics of your datasets, e.g., #of images/text documents, #questions per image/document,  </a:t>
            </a:r>
          </a:p>
          <a:p>
            <a:pPr>
              <a:buFont typeface="Arial" panose="020B0604020202020204" pitchFamily="34" charset="0"/>
              <a:buChar char="•"/>
            </a:pPr>
            <a:r>
              <a:rPr lang="en-US"/>
              <a:t>Show some examples of data such as questions and answers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95A3F66E-0F1C-EB5E-850C-FA1916199BCC}"/>
              </a:ext>
            </a:extLst>
          </p:cNvPr>
          <p:cNvSpPr>
            <a:spLocks noGrp="1"/>
          </p:cNvSpPr>
          <p:nvPr>
            <p:ph type="sldNum" sz="quarter" idx="5"/>
          </p:nvPr>
        </p:nvSpPr>
        <p:spPr/>
        <p:txBody>
          <a:bodyPr/>
          <a:lstStyle/>
          <a:p>
            <a:fld id="{99A332F6-28A6-495E-B678-32FE44FD321D}" type="slidenum">
              <a:rPr lang="en-US" smtClean="0"/>
              <a:t>8</a:t>
            </a:fld>
            <a:endParaRPr lang="en-US"/>
          </a:p>
        </p:txBody>
      </p:sp>
    </p:spTree>
    <p:extLst>
      <p:ext uri="{BB962C8B-B14F-4D97-AF65-F5344CB8AC3E}">
        <p14:creationId xmlns:p14="http://schemas.microsoft.com/office/powerpoint/2010/main" val="586497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1F359-ED25-CEDF-96E3-D423EBC5F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7BD88-90D8-C927-9F10-22E111352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B8D73-5451-0795-322E-F8A4241F8EBA}"/>
              </a:ext>
            </a:extLst>
          </p:cNvPr>
          <p:cNvSpPr>
            <a:spLocks noGrp="1"/>
          </p:cNvSpPr>
          <p:nvPr>
            <p:ph type="body" idx="1"/>
          </p:nvPr>
        </p:nvSpPr>
        <p:spPr/>
        <p:txBody>
          <a:bodyPr/>
          <a:lstStyle/>
          <a:p>
            <a:pPr>
              <a:buFont typeface="Arial" panose="020B0604020202020204" pitchFamily="34" charset="0"/>
              <a:buChar char="•"/>
            </a:pPr>
            <a:r>
              <a:rPr lang="en-US"/>
              <a:t>Instruction:</a:t>
            </a:r>
          </a:p>
          <a:p>
            <a:pPr>
              <a:buFont typeface="Arial" panose="020B0604020202020204" pitchFamily="34" charset="0"/>
              <a:buChar char="•"/>
            </a:pPr>
            <a:endParaRPr lang="en-US"/>
          </a:p>
          <a:p>
            <a:pPr>
              <a:buFont typeface="Arial" panose="020B0604020202020204" pitchFamily="34" charset="0"/>
              <a:buChar char="•"/>
            </a:pPr>
            <a:r>
              <a:rPr lang="en-US"/>
              <a:t>Descriptive statistics of your datasets, e.g., #of images/text documents, #questions per image/document,  </a:t>
            </a:r>
          </a:p>
          <a:p>
            <a:pPr>
              <a:buFont typeface="Arial" panose="020B0604020202020204" pitchFamily="34" charset="0"/>
              <a:buChar char="•"/>
            </a:pPr>
            <a:r>
              <a:rPr lang="en-US"/>
              <a:t>Show some examples of data such as questions and answers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80F154CB-3019-C609-3E5E-475DAC0389B0}"/>
              </a:ext>
            </a:extLst>
          </p:cNvPr>
          <p:cNvSpPr>
            <a:spLocks noGrp="1"/>
          </p:cNvSpPr>
          <p:nvPr>
            <p:ph type="sldNum" sz="quarter" idx="5"/>
          </p:nvPr>
        </p:nvSpPr>
        <p:spPr/>
        <p:txBody>
          <a:bodyPr/>
          <a:lstStyle/>
          <a:p>
            <a:fld id="{99A332F6-28A6-495E-B678-32FE44FD321D}" type="slidenum">
              <a:rPr lang="en-US" smtClean="0"/>
              <a:t>9</a:t>
            </a:fld>
            <a:endParaRPr lang="en-US"/>
          </a:p>
        </p:txBody>
      </p:sp>
    </p:spTree>
    <p:extLst>
      <p:ext uri="{BB962C8B-B14F-4D97-AF65-F5344CB8AC3E}">
        <p14:creationId xmlns:p14="http://schemas.microsoft.com/office/powerpoint/2010/main" val="1951233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FCE1F-BB8D-62B8-46E9-B59171A26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0F8E3-4F7B-FA14-FAB2-C1B196CDE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370CD-855C-D41C-5263-042576DAE1B0}"/>
              </a:ext>
            </a:extLst>
          </p:cNvPr>
          <p:cNvSpPr>
            <a:spLocks noGrp="1"/>
          </p:cNvSpPr>
          <p:nvPr>
            <p:ph type="body" idx="1"/>
          </p:nvPr>
        </p:nvSpPr>
        <p:spPr/>
        <p:txBody>
          <a:bodyPr/>
          <a:lstStyle/>
          <a:p>
            <a:r>
              <a:rPr lang="en-US"/>
              <a:t>Instruction:</a:t>
            </a:r>
          </a:p>
          <a:p>
            <a:endParaRPr lang="en-US"/>
          </a:p>
          <a:p>
            <a:r>
              <a:rPr lang="en-US"/>
              <a:t>Describe evaluation metrics used: such as accuracy, etc.</a:t>
            </a:r>
          </a:p>
          <a:p>
            <a:endParaRPr lang="en-US"/>
          </a:p>
          <a:p>
            <a:r>
              <a:rPr lang="en-US"/>
              <a:t>The machine learning models or LLMs used</a:t>
            </a:r>
          </a:p>
          <a:p>
            <a:endParaRPr lang="en-US"/>
          </a:p>
          <a:p>
            <a:r>
              <a:rPr lang="en-US"/>
              <a:t>Statistical tests if any, to validate the statistical significance of the findings</a:t>
            </a:r>
          </a:p>
          <a:p>
            <a:pPr>
              <a:buFont typeface="Arial" panose="020B0604020202020204" pitchFamily="34" charset="0"/>
              <a:buChar char="•"/>
            </a:pPr>
            <a:endParaRPr lang="en-US"/>
          </a:p>
          <a:p>
            <a:pPr>
              <a:buFont typeface="Arial" panose="020B0604020202020204" pitchFamily="34" charset="0"/>
              <a:buChar char="•"/>
            </a:pPr>
            <a:endParaRPr lang="en-US"/>
          </a:p>
          <a:p>
            <a:endParaRPr lang="en-US"/>
          </a:p>
        </p:txBody>
      </p:sp>
      <p:sp>
        <p:nvSpPr>
          <p:cNvPr id="4" name="Slide Number Placeholder 3">
            <a:extLst>
              <a:ext uri="{FF2B5EF4-FFF2-40B4-BE49-F238E27FC236}">
                <a16:creationId xmlns:a16="http://schemas.microsoft.com/office/drawing/2014/main" id="{689E625A-06AB-9A42-420D-6E6A334CFDC7}"/>
              </a:ext>
            </a:extLst>
          </p:cNvPr>
          <p:cNvSpPr>
            <a:spLocks noGrp="1"/>
          </p:cNvSpPr>
          <p:nvPr>
            <p:ph type="sldNum" sz="quarter" idx="5"/>
          </p:nvPr>
        </p:nvSpPr>
        <p:spPr/>
        <p:txBody>
          <a:bodyPr/>
          <a:lstStyle/>
          <a:p>
            <a:fld id="{99A332F6-28A6-495E-B678-32FE44FD321D}" type="slidenum">
              <a:rPr lang="en-US" smtClean="0"/>
              <a:t>10</a:t>
            </a:fld>
            <a:endParaRPr lang="en-US"/>
          </a:p>
        </p:txBody>
      </p:sp>
    </p:spTree>
    <p:extLst>
      <p:ext uri="{BB962C8B-B14F-4D97-AF65-F5344CB8AC3E}">
        <p14:creationId xmlns:p14="http://schemas.microsoft.com/office/powerpoint/2010/main" val="1846690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C69E-0CDB-E45F-FA93-2382F7182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AE13C-E194-C59C-D6A6-1F09C8335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72411-DD24-AD45-9E41-21E74FF1A142}"/>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r>
              <a:rPr lang="en-US"/>
              <a:t>4. You can have multiple pages of experimental results</a:t>
            </a:r>
          </a:p>
        </p:txBody>
      </p:sp>
      <p:sp>
        <p:nvSpPr>
          <p:cNvPr id="4" name="Slide Number Placeholder 3">
            <a:extLst>
              <a:ext uri="{FF2B5EF4-FFF2-40B4-BE49-F238E27FC236}">
                <a16:creationId xmlns:a16="http://schemas.microsoft.com/office/drawing/2014/main" id="{3C5C0AC4-81BD-6606-475F-4C9DCBC33A29}"/>
              </a:ext>
            </a:extLst>
          </p:cNvPr>
          <p:cNvSpPr>
            <a:spLocks noGrp="1"/>
          </p:cNvSpPr>
          <p:nvPr>
            <p:ph type="sldNum" sz="quarter" idx="5"/>
          </p:nvPr>
        </p:nvSpPr>
        <p:spPr/>
        <p:txBody>
          <a:bodyPr/>
          <a:lstStyle/>
          <a:p>
            <a:fld id="{99A332F6-28A6-495E-B678-32FE44FD321D}" type="slidenum">
              <a:rPr lang="en-US" smtClean="0"/>
              <a:t>11</a:t>
            </a:fld>
            <a:endParaRPr lang="en-US"/>
          </a:p>
        </p:txBody>
      </p:sp>
    </p:spTree>
    <p:extLst>
      <p:ext uri="{BB962C8B-B14F-4D97-AF65-F5344CB8AC3E}">
        <p14:creationId xmlns:p14="http://schemas.microsoft.com/office/powerpoint/2010/main" val="4186920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0AA9D-5029-03C9-99C6-33B713FF2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EA7AD-46D8-2B63-54A7-F5208513A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08FCA-1CD3-195F-5FA1-91C82F3AB001}"/>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endParaRPr lang="en-US"/>
          </a:p>
        </p:txBody>
      </p:sp>
      <p:sp>
        <p:nvSpPr>
          <p:cNvPr id="4" name="Slide Number Placeholder 3">
            <a:extLst>
              <a:ext uri="{FF2B5EF4-FFF2-40B4-BE49-F238E27FC236}">
                <a16:creationId xmlns:a16="http://schemas.microsoft.com/office/drawing/2014/main" id="{83E9BBBA-B414-D381-3250-7166D53715F1}"/>
              </a:ext>
            </a:extLst>
          </p:cNvPr>
          <p:cNvSpPr>
            <a:spLocks noGrp="1"/>
          </p:cNvSpPr>
          <p:nvPr>
            <p:ph type="sldNum" sz="quarter" idx="5"/>
          </p:nvPr>
        </p:nvSpPr>
        <p:spPr/>
        <p:txBody>
          <a:bodyPr/>
          <a:lstStyle/>
          <a:p>
            <a:fld id="{99A332F6-28A6-495E-B678-32FE44FD321D}" type="slidenum">
              <a:rPr lang="en-US" smtClean="0"/>
              <a:t>12</a:t>
            </a:fld>
            <a:endParaRPr lang="en-US"/>
          </a:p>
        </p:txBody>
      </p:sp>
    </p:spTree>
    <p:extLst>
      <p:ext uri="{BB962C8B-B14F-4D97-AF65-F5344CB8AC3E}">
        <p14:creationId xmlns:p14="http://schemas.microsoft.com/office/powerpoint/2010/main" val="1931580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432A-B242-637C-9196-F0EF1776C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5439-5D25-5BFF-8CCA-D0625726A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10250-8445-8A05-EC02-6D9AD7AFDA47}"/>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endParaRPr lang="en-US"/>
          </a:p>
        </p:txBody>
      </p:sp>
      <p:sp>
        <p:nvSpPr>
          <p:cNvPr id="4" name="Slide Number Placeholder 3">
            <a:extLst>
              <a:ext uri="{FF2B5EF4-FFF2-40B4-BE49-F238E27FC236}">
                <a16:creationId xmlns:a16="http://schemas.microsoft.com/office/drawing/2014/main" id="{667C5D8D-0D15-77E5-75AC-4D86CAA3DC86}"/>
              </a:ext>
            </a:extLst>
          </p:cNvPr>
          <p:cNvSpPr>
            <a:spLocks noGrp="1"/>
          </p:cNvSpPr>
          <p:nvPr>
            <p:ph type="sldNum" sz="quarter" idx="5"/>
          </p:nvPr>
        </p:nvSpPr>
        <p:spPr/>
        <p:txBody>
          <a:bodyPr/>
          <a:lstStyle/>
          <a:p>
            <a:fld id="{99A332F6-28A6-495E-B678-32FE44FD321D}" type="slidenum">
              <a:rPr lang="en-US" smtClean="0"/>
              <a:t>13</a:t>
            </a:fld>
            <a:endParaRPr lang="en-US"/>
          </a:p>
        </p:txBody>
      </p:sp>
    </p:spTree>
    <p:extLst>
      <p:ext uri="{BB962C8B-B14F-4D97-AF65-F5344CB8AC3E}">
        <p14:creationId xmlns:p14="http://schemas.microsoft.com/office/powerpoint/2010/main" val="1285827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73C06-06E8-4BD9-9281-91ED3C384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14FAA0-77DD-69B7-27B7-C113F0282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BBFE7B-01AD-AEDB-3798-AF536BADA050}"/>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endParaRPr lang="en-US"/>
          </a:p>
        </p:txBody>
      </p:sp>
      <p:sp>
        <p:nvSpPr>
          <p:cNvPr id="4" name="Slide Number Placeholder 3">
            <a:extLst>
              <a:ext uri="{FF2B5EF4-FFF2-40B4-BE49-F238E27FC236}">
                <a16:creationId xmlns:a16="http://schemas.microsoft.com/office/drawing/2014/main" id="{44554EB6-9FD5-1E82-6A34-347502620653}"/>
              </a:ext>
            </a:extLst>
          </p:cNvPr>
          <p:cNvSpPr>
            <a:spLocks noGrp="1"/>
          </p:cNvSpPr>
          <p:nvPr>
            <p:ph type="sldNum" sz="quarter" idx="5"/>
          </p:nvPr>
        </p:nvSpPr>
        <p:spPr/>
        <p:txBody>
          <a:bodyPr/>
          <a:lstStyle/>
          <a:p>
            <a:fld id="{99A332F6-28A6-495E-B678-32FE44FD321D}" type="slidenum">
              <a:rPr lang="en-US" smtClean="0"/>
              <a:t>14</a:t>
            </a:fld>
            <a:endParaRPr lang="en-US"/>
          </a:p>
        </p:txBody>
      </p:sp>
    </p:spTree>
    <p:extLst>
      <p:ext uri="{BB962C8B-B14F-4D97-AF65-F5344CB8AC3E}">
        <p14:creationId xmlns:p14="http://schemas.microsoft.com/office/powerpoint/2010/main" val="385049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77321-8B1A-39F0-C758-8431F6AE9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B0C72-6E6C-1D6D-A106-C9877D313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BA7D9-2C1F-F404-F9F1-AC6BEB53E09E}"/>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endParaRPr lang="en-US"/>
          </a:p>
        </p:txBody>
      </p:sp>
      <p:sp>
        <p:nvSpPr>
          <p:cNvPr id="4" name="Slide Number Placeholder 3">
            <a:extLst>
              <a:ext uri="{FF2B5EF4-FFF2-40B4-BE49-F238E27FC236}">
                <a16:creationId xmlns:a16="http://schemas.microsoft.com/office/drawing/2014/main" id="{D04CAFF7-F47C-DA6C-C763-2EFEE5998E80}"/>
              </a:ext>
            </a:extLst>
          </p:cNvPr>
          <p:cNvSpPr>
            <a:spLocks noGrp="1"/>
          </p:cNvSpPr>
          <p:nvPr>
            <p:ph type="sldNum" sz="quarter" idx="5"/>
          </p:nvPr>
        </p:nvSpPr>
        <p:spPr/>
        <p:txBody>
          <a:bodyPr/>
          <a:lstStyle/>
          <a:p>
            <a:fld id="{99A332F6-28A6-495E-B678-32FE44FD321D}" type="slidenum">
              <a:rPr lang="en-US" smtClean="0"/>
              <a:t>15</a:t>
            </a:fld>
            <a:endParaRPr lang="en-US"/>
          </a:p>
        </p:txBody>
      </p:sp>
    </p:spTree>
    <p:extLst>
      <p:ext uri="{BB962C8B-B14F-4D97-AF65-F5344CB8AC3E}">
        <p14:creationId xmlns:p14="http://schemas.microsoft.com/office/powerpoint/2010/main" val="2796186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019DD-8C00-985C-C414-6D9B5E47A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FF939-4596-9D2F-99DE-5954D98C0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6924C-78D5-B7B9-30A0-645FA756525F}"/>
              </a:ext>
            </a:extLst>
          </p:cNvPr>
          <p:cNvSpPr>
            <a:spLocks noGrp="1"/>
          </p:cNvSpPr>
          <p:nvPr>
            <p:ph type="body" idx="1"/>
          </p:nvPr>
        </p:nvSpPr>
        <p:spPr/>
        <p:txBody>
          <a:bodyPr/>
          <a:lstStyle/>
          <a:p>
            <a:pPr algn="l">
              <a:lnSpc>
                <a:spcPts val="4700"/>
              </a:lnSpc>
            </a:pPr>
            <a:endParaRPr lang="en-US" sz="3600">
              <a:solidFill>
                <a:srgbClr val="003D4C"/>
              </a:solidFill>
              <a:latin typeface="Univers LT Std 2"/>
              <a:ea typeface="Univers LT Std 2"/>
              <a:cs typeface="Univers LT Std 2"/>
            </a:endParaRPr>
          </a:p>
          <a:p>
            <a:r>
              <a:rPr lang="en-US"/>
              <a:t>Instruction: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pPr marL="228600" indent="-228600">
              <a:buAutoNum type="arabicPeriod"/>
            </a:pPr>
            <a:r>
              <a:rPr lang="en-US"/>
              <a:t>Show plots (e.g., line, bar charts) comparing the performance of different models</a:t>
            </a:r>
          </a:p>
          <a:p>
            <a:pPr marL="228600" indent="-228600">
              <a:buAutoNum type="arabicPeriod"/>
            </a:pPr>
            <a:r>
              <a:rPr lang="en-US"/>
              <a:t>The plots must have an X-axis title, a Y-axis title, and legends that are clearly visible. Text is clearly visible.</a:t>
            </a:r>
          </a:p>
          <a:p>
            <a:pPr marL="228600" indent="-228600">
              <a:buAutoNum type="arabicPeriod"/>
            </a:pPr>
            <a:r>
              <a:rPr lang="en-US"/>
              <a:t>The plots must contain information to answer the research questions.</a:t>
            </a:r>
          </a:p>
          <a:p>
            <a:endParaRPr lang="en-US"/>
          </a:p>
        </p:txBody>
      </p:sp>
      <p:sp>
        <p:nvSpPr>
          <p:cNvPr id="4" name="Slide Number Placeholder 3">
            <a:extLst>
              <a:ext uri="{FF2B5EF4-FFF2-40B4-BE49-F238E27FC236}">
                <a16:creationId xmlns:a16="http://schemas.microsoft.com/office/drawing/2014/main" id="{AD0492E7-E508-E11F-EB3A-C5DC5B764783}"/>
              </a:ext>
            </a:extLst>
          </p:cNvPr>
          <p:cNvSpPr>
            <a:spLocks noGrp="1"/>
          </p:cNvSpPr>
          <p:nvPr>
            <p:ph type="sldNum" sz="quarter" idx="5"/>
          </p:nvPr>
        </p:nvSpPr>
        <p:spPr/>
        <p:txBody>
          <a:bodyPr/>
          <a:lstStyle/>
          <a:p>
            <a:fld id="{99A332F6-28A6-495E-B678-32FE44FD321D}" type="slidenum">
              <a:rPr lang="en-US" smtClean="0"/>
              <a:t>16</a:t>
            </a:fld>
            <a:endParaRPr lang="en-US"/>
          </a:p>
        </p:txBody>
      </p:sp>
    </p:spTree>
    <p:extLst>
      <p:ext uri="{BB962C8B-B14F-4D97-AF65-F5344CB8AC3E}">
        <p14:creationId xmlns:p14="http://schemas.microsoft.com/office/powerpoint/2010/main" val="2631202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D8C4-82CC-906E-F040-1D55D9685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77733-D3A9-166B-F069-C8A775363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A7B2F-074F-11B1-C0C4-8457655CE4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r>
              <a:rPr lang="en-US"/>
              <a:t>Instruction:</a:t>
            </a:r>
          </a:p>
          <a:p>
            <a:endParaRPr lang="en-US"/>
          </a:p>
          <a:p>
            <a:r>
              <a:rPr lang="en-US"/>
              <a:t>This page includes at least three related works, two of which are from what you presented.</a:t>
            </a:r>
          </a:p>
          <a:p>
            <a:r>
              <a:rPr lang="en-US"/>
              <a:t>The format of the reference can follow the IEEE format. Examples are below. </a:t>
            </a:r>
          </a:p>
          <a:p>
            <a:endParaRPr lang="en-US"/>
          </a:p>
          <a:p>
            <a:r>
              <a:rPr lang="en-US"/>
              <a:t>For each author, the initial of the first name is used, followed by the last name of the author. Notice that the book has a volume and a publisher in addition to the page number and year of publication.</a:t>
            </a:r>
          </a:p>
          <a:p>
            <a:r>
              <a:rPr lang="en-US"/>
              <a:t>See [8] for an example of a reference for a conference. Make sure your reference is a peer-reviewed publication. You can use Zotero to generate the IEEE reference by selecting a paper. Right click. Choose “Create Bibliography from Item”. Choose IEEE for the Citation Style and for the output choose “Copy to Clipboard”. Then paste it on this PowerPoint slide.</a:t>
            </a:r>
          </a:p>
          <a:p>
            <a:endParaRPr lang="en-US"/>
          </a:p>
          <a:p>
            <a:pPr lvl="0"/>
            <a:r>
              <a:rPr lang="en-US" sz="1200" kern="1200">
                <a:solidFill>
                  <a:schemeClr val="tx1"/>
                </a:solidFill>
                <a:effectLst/>
                <a:latin typeface="+mn-lt"/>
                <a:ea typeface="+mn-ea"/>
                <a:cs typeface="+mn-cs"/>
              </a:rPr>
              <a:t>[1] G. Eason, B. Noble, and I. N. Sneddon, “On certain integrals of Lipschitz-Hankel type involving products of Bessel functions,” Phil. Trans. Roy. Soc. London, vol. A247, pp. 529–551, April 1955. </a:t>
            </a:r>
            <a:r>
              <a:rPr lang="en-US" sz="1200" i="1" kern="1200">
                <a:solidFill>
                  <a:schemeClr val="tx1"/>
                </a:solidFill>
                <a:effectLst/>
                <a:latin typeface="+mn-lt"/>
                <a:ea typeface="+mn-ea"/>
                <a:cs typeface="+mn-cs"/>
              </a:rPr>
              <a:t>(references)</a:t>
            </a:r>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[2] J. Clerk Maxwell, A Treatise on Electricity and Magnetism, 3rd ed., vol. 2. Oxford: Clarendon, 1892, pp.68–73.</a:t>
            </a:r>
          </a:p>
          <a:p>
            <a:pPr lvl="0"/>
            <a:r>
              <a:rPr lang="en-US" sz="1200" kern="1200">
                <a:solidFill>
                  <a:schemeClr val="tx1"/>
                </a:solidFill>
                <a:effectLst/>
                <a:latin typeface="+mn-lt"/>
                <a:ea typeface="+mn-ea"/>
                <a:cs typeface="+mn-cs"/>
              </a:rPr>
              <a:t>[3] I. S. Jacobs and C. P. Bean, “Fine particles, thin films and exchange anisotropy,” in Magnetism, vol. III, G. T. Rado and H. Suhl, Eds. New York: Academic, 1963, pp. 271–350.</a:t>
            </a:r>
          </a:p>
          <a:p>
            <a:pPr lvl="0"/>
            <a:r>
              <a:rPr lang="en-US" sz="1200" kern="1200">
                <a:solidFill>
                  <a:schemeClr val="tx1"/>
                </a:solidFill>
                <a:effectLst/>
                <a:latin typeface="+mn-lt"/>
                <a:ea typeface="+mn-ea"/>
                <a:cs typeface="+mn-cs"/>
              </a:rPr>
              <a:t>[4] K. Elissa, “Title of paper if known,” unpublished.</a:t>
            </a:r>
          </a:p>
          <a:p>
            <a:pPr lvl="0"/>
            <a:r>
              <a:rPr lang="en-US" sz="1200" kern="1200">
                <a:solidFill>
                  <a:schemeClr val="tx1"/>
                </a:solidFill>
                <a:effectLst/>
                <a:latin typeface="+mn-lt"/>
                <a:ea typeface="+mn-ea"/>
                <a:cs typeface="+mn-cs"/>
              </a:rPr>
              <a:t>[5] R. Nicole, “Title of paper with only first word capitalized,” J. Name Stand. Abbrev., in press.</a:t>
            </a:r>
          </a:p>
          <a:p>
            <a:pPr lvl="0"/>
            <a:r>
              <a:rPr lang="en-US" sz="1200" kern="1200">
                <a:solidFill>
                  <a:schemeClr val="tx1"/>
                </a:solidFill>
                <a:effectLst/>
                <a:latin typeface="+mn-lt"/>
                <a:ea typeface="+mn-ea"/>
                <a:cs typeface="+mn-cs"/>
              </a:rPr>
              <a:t>[6] Y. Yorozu, M. Hirano, K. Oka, and Y. Tagawa, “Electron spectroscopy studies on magneto-optical media and plastic substrate interface,” IEEE Transl. J. Magn. Japan, vol. 2, pp. 740–741, August 1987 [Digests 9th Annual Conf. Magnetics Japan, p. 301, 1982].</a:t>
            </a:r>
          </a:p>
          <a:p>
            <a:pPr lvl="0"/>
            <a:r>
              <a:rPr lang="en-US" sz="1200" kern="1200">
                <a:solidFill>
                  <a:schemeClr val="tx1"/>
                </a:solidFill>
                <a:effectLst/>
                <a:latin typeface="+mn-lt"/>
                <a:ea typeface="+mn-ea"/>
                <a:cs typeface="+mn-cs"/>
              </a:rPr>
              <a:t>[7] M. Young, The Technical Writer’s Handbook. Mill Valley, CA: University Science, 1989.</a:t>
            </a:r>
          </a:p>
          <a:p>
            <a:r>
              <a:rPr lang="en-US" sz="1200" b="0" i="0" u="none" strike="noStrike" kern="1200">
                <a:solidFill>
                  <a:schemeClr val="tx1"/>
                </a:solidFill>
                <a:effectLst/>
                <a:latin typeface="+mn-lt"/>
                <a:ea typeface="+mn-ea"/>
                <a:cs typeface="+mn-cs"/>
              </a:rPr>
              <a:t>[8] L. </a:t>
            </a:r>
            <a:r>
              <a:rPr lang="en-US" sz="1200" b="0" i="0" u="none" strike="noStrike" kern="1200" err="1">
                <a:solidFill>
                  <a:schemeClr val="tx1"/>
                </a:solidFill>
                <a:effectLst/>
                <a:latin typeface="+mn-lt"/>
                <a:ea typeface="+mn-ea"/>
                <a:cs typeface="+mn-cs"/>
              </a:rPr>
              <a:t>Bourtoule</a:t>
            </a:r>
            <a:r>
              <a:rPr lang="en-US" sz="1200" b="0" i="0" u="none" strike="noStrike" kern="1200">
                <a:solidFill>
                  <a:schemeClr val="tx1"/>
                </a:solidFill>
                <a:effectLst/>
                <a:latin typeface="+mn-lt"/>
                <a:ea typeface="+mn-ea"/>
                <a:cs typeface="+mn-cs"/>
              </a:rPr>
              <a:t> </a:t>
            </a:r>
            <a:r>
              <a:rPr lang="en-US" sz="1200" b="0" i="1" u="none" strike="noStrike" kern="1200">
                <a:solidFill>
                  <a:schemeClr val="tx1"/>
                </a:solidFill>
                <a:effectLst/>
                <a:latin typeface="+mn-lt"/>
                <a:ea typeface="+mn-ea"/>
                <a:cs typeface="+mn-cs"/>
              </a:rPr>
              <a:t>et al.</a:t>
            </a:r>
            <a:r>
              <a:rPr lang="en-US" sz="1200" b="0" i="0" u="none" strike="noStrike" kern="1200">
                <a:solidFill>
                  <a:schemeClr val="tx1"/>
                </a:solidFill>
                <a:effectLst/>
                <a:latin typeface="+mn-lt"/>
                <a:ea typeface="+mn-ea"/>
                <a:cs typeface="+mn-cs"/>
              </a:rPr>
              <a:t>, “Machine Unlearning,” in </a:t>
            </a:r>
            <a:r>
              <a:rPr lang="en-US" sz="1200" b="0" i="1" u="none" strike="noStrike" kern="1200">
                <a:solidFill>
                  <a:schemeClr val="tx1"/>
                </a:solidFill>
                <a:effectLst/>
                <a:latin typeface="+mn-lt"/>
                <a:ea typeface="+mn-ea"/>
                <a:cs typeface="+mn-cs"/>
              </a:rPr>
              <a:t>2021 IEEE Symposium on Security and Privacy (SP)</a:t>
            </a:r>
            <a:r>
              <a:rPr lang="en-US" sz="1200" b="0" i="0" u="none" strike="noStrike" kern="1200">
                <a:solidFill>
                  <a:schemeClr val="tx1"/>
                </a:solidFill>
                <a:effectLst/>
                <a:latin typeface="+mn-lt"/>
                <a:ea typeface="+mn-ea"/>
                <a:cs typeface="+mn-cs"/>
              </a:rPr>
              <a:t>, 2021, pp. 141–159. </a:t>
            </a:r>
            <a:r>
              <a:rPr lang="en-US" sz="1200" b="0" i="0" u="none" strike="noStrike" kern="1200" err="1">
                <a:solidFill>
                  <a:schemeClr val="tx1"/>
                </a:solidFill>
                <a:effectLst/>
                <a:latin typeface="+mn-lt"/>
                <a:ea typeface="+mn-ea"/>
                <a:cs typeface="+mn-cs"/>
              </a:rPr>
              <a:t>doi</a:t>
            </a:r>
            <a:r>
              <a:rPr lang="en-US" sz="1200" b="0" i="0" u="none" strike="noStrike" kern="1200">
                <a:solidFill>
                  <a:schemeClr val="tx1"/>
                </a:solidFill>
                <a:effectLst/>
                <a:latin typeface="+mn-lt"/>
                <a:ea typeface="+mn-ea"/>
                <a:cs typeface="+mn-cs"/>
              </a:rPr>
              <a:t>: </a:t>
            </a:r>
            <a:r>
              <a:rPr lang="en-US" sz="1200" b="0" i="0" u="sng" strike="noStrike" kern="1200">
                <a:solidFill>
                  <a:schemeClr val="tx1"/>
                </a:solidFill>
                <a:effectLst/>
                <a:latin typeface="+mn-lt"/>
                <a:ea typeface="+mn-ea"/>
                <a:cs typeface="+mn-cs"/>
                <a:hlinkClick r:id="rId3"/>
              </a:rPr>
              <a:t>10.1109/SP40001.2021.00019</a:t>
            </a:r>
            <a:r>
              <a:rPr lang="en-US" sz="1200" b="0" i="0" u="none" strike="noStrike" kern="1200">
                <a:solidFill>
                  <a:schemeClr val="tx1"/>
                </a:solidFill>
                <a:effectLst/>
                <a:latin typeface="+mn-lt"/>
                <a:ea typeface="+mn-ea"/>
                <a:cs typeface="+mn-cs"/>
              </a:rPr>
              <a:t>.</a:t>
            </a:r>
          </a:p>
          <a:p>
            <a:pPr lvl="0"/>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F5A1A241-B9FC-EEF6-38BD-DF31D09D4EED}"/>
              </a:ext>
            </a:extLst>
          </p:cNvPr>
          <p:cNvSpPr>
            <a:spLocks noGrp="1"/>
          </p:cNvSpPr>
          <p:nvPr>
            <p:ph type="sldNum" sz="quarter" idx="5"/>
          </p:nvPr>
        </p:nvSpPr>
        <p:spPr/>
        <p:txBody>
          <a:bodyPr/>
          <a:lstStyle/>
          <a:p>
            <a:fld id="{99A332F6-28A6-495E-B678-32FE44FD321D}" type="slidenum">
              <a:rPr lang="en-US" smtClean="0"/>
              <a:t>19</a:t>
            </a:fld>
            <a:endParaRPr lang="en-US"/>
          </a:p>
        </p:txBody>
      </p:sp>
    </p:spTree>
    <p:extLst>
      <p:ext uri="{BB962C8B-B14F-4D97-AF65-F5344CB8AC3E}">
        <p14:creationId xmlns:p14="http://schemas.microsoft.com/office/powerpoint/2010/main" val="2018668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3195-4B21-FBF7-700F-8BB676F83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0FC82-1E2E-5394-3A93-C4A6B6B34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D751B-2308-3970-F6F7-AF619E35DC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Replace &lt;BODY …. &gt; with your own information.</a:t>
            </a:r>
          </a:p>
          <a:p>
            <a:endParaRPr lang="en-US"/>
          </a:p>
          <a:p>
            <a:r>
              <a:rPr lang="en-US"/>
              <a:t>Instruction:</a:t>
            </a:r>
          </a:p>
          <a:p>
            <a:endParaRPr lang="en-US"/>
          </a:p>
          <a:p>
            <a:r>
              <a:rPr lang="en-US"/>
              <a:t>This page includes at least three related works, two of which are from what you presented.</a:t>
            </a:r>
          </a:p>
          <a:p>
            <a:r>
              <a:rPr lang="en-US"/>
              <a:t>The format of the reference can follow the IEEE format. Examples are below. </a:t>
            </a:r>
          </a:p>
          <a:p>
            <a:endParaRPr lang="en-US"/>
          </a:p>
          <a:p>
            <a:r>
              <a:rPr lang="en-US"/>
              <a:t>For each author, the initial of the first name is used, followed by the last name of the author. Notice that the book has a volume and a publisher in addition to the page number and year of publication.</a:t>
            </a:r>
          </a:p>
          <a:p>
            <a:r>
              <a:rPr lang="en-US"/>
              <a:t>See [8] for an example of a reference for a conference. Make sure your reference is a peer-reviewed publication. You can use Zotero to generate the IEEE reference by selecting a paper. Right click. Choose “Create Bibliography from Item”. Choose IEEE for the Citation Style and for the output choose “Copy to Clipboard”. Then paste it on this PowerPoint slide.</a:t>
            </a:r>
          </a:p>
          <a:p>
            <a:endParaRPr lang="en-US"/>
          </a:p>
          <a:p>
            <a:pPr lvl="0"/>
            <a:r>
              <a:rPr lang="en-US" sz="1200" kern="1200">
                <a:solidFill>
                  <a:schemeClr val="tx1"/>
                </a:solidFill>
                <a:effectLst/>
                <a:latin typeface="+mn-lt"/>
                <a:ea typeface="+mn-ea"/>
                <a:cs typeface="+mn-cs"/>
              </a:rPr>
              <a:t>[1] G. Eason, B. Noble, and I. N. Sneddon, “On certain integrals of Lipschitz-Hankel type involving products of Bessel functions,” Phil. Trans. Roy. Soc. London, vol. A247, pp. 529–551, April 1955. </a:t>
            </a:r>
            <a:r>
              <a:rPr lang="en-US" sz="1200" i="1" kern="1200">
                <a:solidFill>
                  <a:schemeClr val="tx1"/>
                </a:solidFill>
                <a:effectLst/>
                <a:latin typeface="+mn-lt"/>
                <a:ea typeface="+mn-ea"/>
                <a:cs typeface="+mn-cs"/>
              </a:rPr>
              <a:t>(references)</a:t>
            </a:r>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[2] J. Clerk Maxwell, A Treatise on Electricity and Magnetism, 3rd ed., vol. 2. Oxford: Clarendon, 1892, pp.68–73.</a:t>
            </a:r>
          </a:p>
          <a:p>
            <a:pPr lvl="0"/>
            <a:r>
              <a:rPr lang="en-US" sz="1200" kern="1200">
                <a:solidFill>
                  <a:schemeClr val="tx1"/>
                </a:solidFill>
                <a:effectLst/>
                <a:latin typeface="+mn-lt"/>
                <a:ea typeface="+mn-ea"/>
                <a:cs typeface="+mn-cs"/>
              </a:rPr>
              <a:t>[3] I. S. Jacobs and C. P. Bean, “Fine particles, thin films and exchange anisotropy,” in Magnetism, vol. III, G. T. Rado and H. Suhl, Eds. New York: Academic, 1963, pp. 271–350.</a:t>
            </a:r>
          </a:p>
          <a:p>
            <a:pPr lvl="0"/>
            <a:r>
              <a:rPr lang="en-US" sz="1200" kern="1200">
                <a:solidFill>
                  <a:schemeClr val="tx1"/>
                </a:solidFill>
                <a:effectLst/>
                <a:latin typeface="+mn-lt"/>
                <a:ea typeface="+mn-ea"/>
                <a:cs typeface="+mn-cs"/>
              </a:rPr>
              <a:t>[4] K. Elissa, “Title of paper if known,” unpublished.</a:t>
            </a:r>
          </a:p>
          <a:p>
            <a:pPr lvl="0"/>
            <a:r>
              <a:rPr lang="en-US" sz="1200" kern="1200">
                <a:solidFill>
                  <a:schemeClr val="tx1"/>
                </a:solidFill>
                <a:effectLst/>
                <a:latin typeface="+mn-lt"/>
                <a:ea typeface="+mn-ea"/>
                <a:cs typeface="+mn-cs"/>
              </a:rPr>
              <a:t>[5] R. Nicole, “Title of paper with only first word capitalized,” J. Name Stand. Abbrev., in press.</a:t>
            </a:r>
          </a:p>
          <a:p>
            <a:pPr lvl="0"/>
            <a:r>
              <a:rPr lang="en-US" sz="1200" kern="1200">
                <a:solidFill>
                  <a:schemeClr val="tx1"/>
                </a:solidFill>
                <a:effectLst/>
                <a:latin typeface="+mn-lt"/>
                <a:ea typeface="+mn-ea"/>
                <a:cs typeface="+mn-cs"/>
              </a:rPr>
              <a:t>[6] Y. Yorozu, M. Hirano, K. Oka, and Y. Tagawa, “Electron spectroscopy studies on magneto-optical media and plastic substrate interface,” IEEE Transl. J. Magn. Japan, vol. 2, pp. 740–741, August 1987 [Digests 9th Annual Conf. Magnetics Japan, p. 301, 1982].</a:t>
            </a:r>
          </a:p>
          <a:p>
            <a:pPr lvl="0"/>
            <a:r>
              <a:rPr lang="en-US" sz="1200" kern="1200">
                <a:solidFill>
                  <a:schemeClr val="tx1"/>
                </a:solidFill>
                <a:effectLst/>
                <a:latin typeface="+mn-lt"/>
                <a:ea typeface="+mn-ea"/>
                <a:cs typeface="+mn-cs"/>
              </a:rPr>
              <a:t>[7] M. Young, The Technical Writer’s Handbook. Mill Valley, CA: University Science, 1989.</a:t>
            </a:r>
          </a:p>
          <a:p>
            <a:r>
              <a:rPr lang="en-US" sz="1200" b="0" i="0" u="none" strike="noStrike" kern="1200">
                <a:solidFill>
                  <a:schemeClr val="tx1"/>
                </a:solidFill>
                <a:effectLst/>
                <a:latin typeface="+mn-lt"/>
                <a:ea typeface="+mn-ea"/>
                <a:cs typeface="+mn-cs"/>
              </a:rPr>
              <a:t>[8] L. </a:t>
            </a:r>
            <a:r>
              <a:rPr lang="en-US" sz="1200" b="0" i="0" u="none" strike="noStrike" kern="1200" err="1">
                <a:solidFill>
                  <a:schemeClr val="tx1"/>
                </a:solidFill>
                <a:effectLst/>
                <a:latin typeface="+mn-lt"/>
                <a:ea typeface="+mn-ea"/>
                <a:cs typeface="+mn-cs"/>
              </a:rPr>
              <a:t>Bourtoule</a:t>
            </a:r>
            <a:r>
              <a:rPr lang="en-US" sz="1200" b="0" i="0" u="none" strike="noStrike" kern="1200">
                <a:solidFill>
                  <a:schemeClr val="tx1"/>
                </a:solidFill>
                <a:effectLst/>
                <a:latin typeface="+mn-lt"/>
                <a:ea typeface="+mn-ea"/>
                <a:cs typeface="+mn-cs"/>
              </a:rPr>
              <a:t> </a:t>
            </a:r>
            <a:r>
              <a:rPr lang="en-US" sz="1200" b="0" i="1" u="none" strike="noStrike" kern="1200">
                <a:solidFill>
                  <a:schemeClr val="tx1"/>
                </a:solidFill>
                <a:effectLst/>
                <a:latin typeface="+mn-lt"/>
                <a:ea typeface="+mn-ea"/>
                <a:cs typeface="+mn-cs"/>
              </a:rPr>
              <a:t>et al.</a:t>
            </a:r>
            <a:r>
              <a:rPr lang="en-US" sz="1200" b="0" i="0" u="none" strike="noStrike" kern="1200">
                <a:solidFill>
                  <a:schemeClr val="tx1"/>
                </a:solidFill>
                <a:effectLst/>
                <a:latin typeface="+mn-lt"/>
                <a:ea typeface="+mn-ea"/>
                <a:cs typeface="+mn-cs"/>
              </a:rPr>
              <a:t>, “Machine Unlearning,” in </a:t>
            </a:r>
            <a:r>
              <a:rPr lang="en-US" sz="1200" b="0" i="1" u="none" strike="noStrike" kern="1200">
                <a:solidFill>
                  <a:schemeClr val="tx1"/>
                </a:solidFill>
                <a:effectLst/>
                <a:latin typeface="+mn-lt"/>
                <a:ea typeface="+mn-ea"/>
                <a:cs typeface="+mn-cs"/>
              </a:rPr>
              <a:t>2021 IEEE Symposium on Security and Privacy (SP)</a:t>
            </a:r>
            <a:r>
              <a:rPr lang="en-US" sz="1200" b="0" i="0" u="none" strike="noStrike" kern="1200">
                <a:solidFill>
                  <a:schemeClr val="tx1"/>
                </a:solidFill>
                <a:effectLst/>
                <a:latin typeface="+mn-lt"/>
                <a:ea typeface="+mn-ea"/>
                <a:cs typeface="+mn-cs"/>
              </a:rPr>
              <a:t>, 2021, pp. 141–159. </a:t>
            </a:r>
            <a:r>
              <a:rPr lang="en-US" sz="1200" b="0" i="0" u="none" strike="noStrike" kern="1200" err="1">
                <a:solidFill>
                  <a:schemeClr val="tx1"/>
                </a:solidFill>
                <a:effectLst/>
                <a:latin typeface="+mn-lt"/>
                <a:ea typeface="+mn-ea"/>
                <a:cs typeface="+mn-cs"/>
              </a:rPr>
              <a:t>doi</a:t>
            </a:r>
            <a:r>
              <a:rPr lang="en-US" sz="1200" b="0" i="0" u="none" strike="noStrike" kern="1200">
                <a:solidFill>
                  <a:schemeClr val="tx1"/>
                </a:solidFill>
                <a:effectLst/>
                <a:latin typeface="+mn-lt"/>
                <a:ea typeface="+mn-ea"/>
                <a:cs typeface="+mn-cs"/>
              </a:rPr>
              <a:t>: </a:t>
            </a:r>
            <a:r>
              <a:rPr lang="en-US" sz="1200" b="0" i="0" u="sng" strike="noStrike" kern="1200">
                <a:solidFill>
                  <a:schemeClr val="tx1"/>
                </a:solidFill>
                <a:effectLst/>
                <a:latin typeface="+mn-lt"/>
                <a:ea typeface="+mn-ea"/>
                <a:cs typeface="+mn-cs"/>
                <a:hlinkClick r:id="rId3"/>
              </a:rPr>
              <a:t>10.1109/SP40001.2021.00019</a:t>
            </a:r>
            <a:r>
              <a:rPr lang="en-US" sz="1200" b="0" i="0" u="none" strike="noStrike" kern="1200">
                <a:solidFill>
                  <a:schemeClr val="tx1"/>
                </a:solidFill>
                <a:effectLst/>
                <a:latin typeface="+mn-lt"/>
                <a:ea typeface="+mn-ea"/>
                <a:cs typeface="+mn-cs"/>
              </a:rPr>
              <a:t>.</a:t>
            </a:r>
          </a:p>
          <a:p>
            <a:pPr lvl="0"/>
            <a:endParaRPr lang="en-US" sz="1200" kern="1200">
              <a:solidFill>
                <a:schemeClr val="tx1"/>
              </a:solidFill>
              <a:effectLst/>
              <a:latin typeface="+mn-lt"/>
              <a:ea typeface="+mn-ea"/>
              <a:cs typeface="+mn-cs"/>
            </a:endParaRPr>
          </a:p>
          <a:p>
            <a:endParaRPr lang="en-US"/>
          </a:p>
        </p:txBody>
      </p:sp>
      <p:sp>
        <p:nvSpPr>
          <p:cNvPr id="4" name="Slide Number Placeholder 3">
            <a:extLst>
              <a:ext uri="{FF2B5EF4-FFF2-40B4-BE49-F238E27FC236}">
                <a16:creationId xmlns:a16="http://schemas.microsoft.com/office/drawing/2014/main" id="{C760518F-2DEE-80B1-DFC8-F8D18208B57E}"/>
              </a:ext>
            </a:extLst>
          </p:cNvPr>
          <p:cNvSpPr>
            <a:spLocks noGrp="1"/>
          </p:cNvSpPr>
          <p:nvPr>
            <p:ph type="sldNum" sz="quarter" idx="5"/>
          </p:nvPr>
        </p:nvSpPr>
        <p:spPr/>
        <p:txBody>
          <a:bodyPr/>
          <a:lstStyle/>
          <a:p>
            <a:fld id="{99A332F6-28A6-495E-B678-32FE44FD321D}" type="slidenum">
              <a:rPr lang="en-US" smtClean="0"/>
              <a:t>20</a:t>
            </a:fld>
            <a:endParaRPr lang="en-US"/>
          </a:p>
        </p:txBody>
      </p:sp>
    </p:spTree>
    <p:extLst>
      <p:ext uri="{BB962C8B-B14F-4D97-AF65-F5344CB8AC3E}">
        <p14:creationId xmlns:p14="http://schemas.microsoft.com/office/powerpoint/2010/main" val="3333080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to trigger the audience to ask questions. Some people put a QR code to their contact information such as a LinkedIn account.</a:t>
            </a:r>
          </a:p>
        </p:txBody>
      </p:sp>
      <p:sp>
        <p:nvSpPr>
          <p:cNvPr id="4" name="Slide Number Placeholder 3"/>
          <p:cNvSpPr>
            <a:spLocks noGrp="1"/>
          </p:cNvSpPr>
          <p:nvPr>
            <p:ph type="sldNum" sz="quarter" idx="5"/>
          </p:nvPr>
        </p:nvSpPr>
        <p:spPr/>
        <p:txBody>
          <a:bodyPr/>
          <a:lstStyle/>
          <a:p>
            <a:fld id="{99A332F6-28A6-495E-B678-32FE44FD321D}" type="slidenum">
              <a:rPr lang="en-US" smtClean="0"/>
              <a:t>21</a:t>
            </a:fld>
            <a:endParaRPr lang="en-US"/>
          </a:p>
        </p:txBody>
      </p:sp>
    </p:spTree>
    <p:extLst>
      <p:ext uri="{BB962C8B-B14F-4D97-AF65-F5344CB8AC3E}">
        <p14:creationId xmlns:p14="http://schemas.microsoft.com/office/powerpoint/2010/main" val="1269931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FECBB7-CEDB-EC47-937F-AAF4A5F37CD3}" type="datetime1">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0FFA8A-2784-CC4D-B74F-F9C84D30467B}" type="datetime1">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5AAB82-7C84-9C42-B4D1-BC5710EEFD4F}" type="datetime1">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90F41C-5565-674B-9F1A-682968A3897A}" type="datetime1">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32DDB9-1303-F541-BC19-DD9021B960A7}" type="datetime1">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8B8E1F-A8D7-8043-97C4-A6061A7A3E19}" type="datetime1">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87E7FF-9E8C-E04E-AF86-81C39E8EFC53}" type="datetime1">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81583F-D8E3-1F4E-955D-CE8CF11A0E06}" type="datetime1">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A7DE6D-AF59-D64C-B340-9708C4C307C6}" type="datetime1">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1718D4-EF97-374C-AFED-A731D84A0598}" type="datetime1">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6CDD66-25D5-784A-89EE-A01563082760}" type="datetime1">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D4775-EBB9-DB4E-AC93-5A3B29A1EE16}" type="datetime1">
              <a:rPr lang="en-US" smtClean="0"/>
              <a:t>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microsoft.com/office/2018/10/relationships/comments" Target="../comments/modernComment_193_90708366.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89_28EB5CE6.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90_650CB575.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8C_B3C367D.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98_72A99DB4.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9D_9006FF0E.xm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99_24B5C81.xm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9A_96F0759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1436" y="3921368"/>
            <a:ext cx="13945847" cy="3139321"/>
          </a:xfrm>
          <a:prstGeom prst="rect">
            <a:avLst/>
          </a:prstGeom>
        </p:spPr>
        <p:txBody>
          <a:bodyPr wrap="square" lIns="0" tIns="0" rIns="0" bIns="0" rtlCol="0" anchor="t">
            <a:spAutoFit/>
          </a:bodyPr>
          <a:lstStyle/>
          <a:p>
            <a:r>
              <a:rPr lang="en-US" sz="5400" b="1">
                <a:solidFill>
                  <a:srgbClr val="C8102E"/>
                </a:solidFill>
                <a:latin typeface="Univers Condensed"/>
                <a:ea typeface="Univers LT Std 1"/>
                <a:cs typeface="Univers LT Std 1"/>
                <a:sym typeface="Univers LT Std 1"/>
              </a:rPr>
              <a:t>PROJECT  TITLE: </a:t>
            </a:r>
            <a:r>
              <a:rPr lang="en-US" sz="4800" b="1"/>
              <a:t>An empirical study of predictive uncertainty under the right to be forgotten</a:t>
            </a:r>
            <a:endParaRPr lang="en-US" sz="4800">
              <a:solidFill>
                <a:srgbClr val="003D4C"/>
              </a:solidFill>
              <a:latin typeface="Univers LT Std 1"/>
              <a:ea typeface="Univers LT Std 1"/>
              <a:cs typeface="Univers LT Std 1"/>
              <a:sym typeface="Univers LT Std 1"/>
            </a:endParaRPr>
          </a:p>
          <a:p>
            <a:pPr algn="l"/>
            <a:endParaRPr lang="en-US" b="1">
              <a:latin typeface="Univers Condensed" panose="020B0506020202050204" pitchFamily="34" charset="0"/>
            </a:endParaRPr>
          </a:p>
          <a:p>
            <a:pPr algn="l"/>
            <a:r>
              <a:rPr lang="en-US" sz="2800">
                <a:solidFill>
                  <a:srgbClr val="003D4C"/>
                </a:solidFill>
                <a:latin typeface="Univers LT Std 1"/>
                <a:ea typeface="Univers LT Std 1"/>
                <a:cs typeface="Univers LT Std 1"/>
                <a:sym typeface="Univers LT Std 1"/>
              </a:rPr>
              <a:t>Varsha </a:t>
            </a:r>
            <a:r>
              <a:rPr lang="en-US" sz="2800" err="1">
                <a:solidFill>
                  <a:srgbClr val="003D4C"/>
                </a:solidFill>
                <a:latin typeface="Univers LT Std 1"/>
                <a:ea typeface="Univers LT Std 1"/>
                <a:cs typeface="Univers LT Std 1"/>
                <a:sym typeface="Univers LT Std 1"/>
              </a:rPr>
              <a:t>Ravivenkatesh</a:t>
            </a:r>
            <a:r>
              <a:rPr lang="en-US" sz="2800">
                <a:solidFill>
                  <a:srgbClr val="003D4C"/>
                </a:solidFill>
                <a:latin typeface="Univers LT Std 1"/>
                <a:ea typeface="Univers LT Std 1"/>
                <a:cs typeface="Univers LT Std 1"/>
                <a:sym typeface="Univers LT Std 1"/>
              </a:rPr>
              <a:t>, Computer Science, Sophomore</a:t>
            </a:r>
            <a:endParaRPr lang="en-US" sz="2800">
              <a:solidFill>
                <a:srgbClr val="003D4C"/>
              </a:solidFill>
              <a:latin typeface="Univers LT Std 1"/>
              <a:ea typeface="Univers LT Std 1"/>
              <a:cs typeface="Univers LT Std 1"/>
            </a:endParaRPr>
          </a:p>
          <a:p>
            <a:pPr algn="l"/>
            <a:r>
              <a:rPr lang="en-US" sz="2800">
                <a:solidFill>
                  <a:srgbClr val="003D4C"/>
                </a:solidFill>
                <a:latin typeface="Univers LT Std 1"/>
                <a:ea typeface="Univers LT Std 1"/>
                <a:cs typeface="Univers LT Std 1"/>
                <a:sym typeface="Univers LT Std 1"/>
              </a:rPr>
              <a:t>Neal Sharma, Computer Science, Sophomore</a:t>
            </a:r>
            <a:endParaRPr lang="en-US" sz="2800">
              <a:solidFill>
                <a:srgbClr val="003D4C"/>
              </a:solidFill>
              <a:latin typeface="Univers LT Std 1"/>
              <a:ea typeface="Univers LT Std 1"/>
              <a:cs typeface="Univers LT Std 1"/>
            </a:endParaRPr>
          </a:p>
          <a:p>
            <a:pPr algn="l"/>
            <a:r>
              <a:rPr lang="en-US" sz="2800">
                <a:solidFill>
                  <a:srgbClr val="003D4C"/>
                </a:solidFill>
                <a:latin typeface="Univers LT Std 1"/>
                <a:ea typeface="Univers LT Std 1"/>
                <a:cs typeface="Univers LT Std 1"/>
                <a:sym typeface="Univers LT Std 1"/>
              </a:rPr>
              <a:t>Raghav Kashyap, Software Engineering, Junior</a:t>
            </a:r>
            <a:endParaRPr lang="en-US" sz="2800">
              <a:solidFill>
                <a:srgbClr val="003D4C"/>
              </a:solidFill>
              <a:latin typeface="Univers LT Std 1"/>
              <a:ea typeface="Univers LT Std 1"/>
              <a:cs typeface="Univers LT Std 1"/>
            </a:endParaRPr>
          </a:p>
        </p:txBody>
      </p:sp>
      <p:sp>
        <p:nvSpPr>
          <p:cNvPr id="4" name="TextBox 3">
            <a:extLst>
              <a:ext uri="{FF2B5EF4-FFF2-40B4-BE49-F238E27FC236}">
                <a16:creationId xmlns:a16="http://schemas.microsoft.com/office/drawing/2014/main" id="{E0649FF9-66C8-FEBC-FF3F-069F544B11C4}"/>
              </a:ext>
            </a:extLst>
          </p:cNvPr>
          <p:cNvSpPr txBox="1"/>
          <p:nvPr/>
        </p:nvSpPr>
        <p:spPr>
          <a:xfrm>
            <a:off x="1021436" y="9366151"/>
            <a:ext cx="14222389" cy="646331"/>
          </a:xfrm>
          <a:prstGeom prst="rect">
            <a:avLst/>
          </a:prstGeom>
          <a:noFill/>
        </p:spPr>
        <p:txBody>
          <a:bodyPr wrap="square">
            <a:spAutoFit/>
          </a:bodyPr>
          <a:lstStyle/>
          <a:p>
            <a:r>
              <a:rPr lang="en-US" i="1"/>
              <a:t>This work is partially supported by the National Science Foundation under Grant No. 2152117. Any opinions, findings, and conclusions or recommendations expressed in this material are those of the author(s) and do not necessarily reflect the views of the National Science Foundation.</a:t>
            </a:r>
            <a:r>
              <a:rPr lang="en-US"/>
              <a:t> </a:t>
            </a:r>
          </a:p>
        </p:txBody>
      </p:sp>
      <p:sp>
        <p:nvSpPr>
          <p:cNvPr id="8" name="TextBox 7">
            <a:extLst>
              <a:ext uri="{FF2B5EF4-FFF2-40B4-BE49-F238E27FC236}">
                <a16:creationId xmlns:a16="http://schemas.microsoft.com/office/drawing/2014/main" id="{72DCC33B-7918-C944-6B9B-9A31F06969A4}"/>
              </a:ext>
            </a:extLst>
          </p:cNvPr>
          <p:cNvSpPr txBox="1"/>
          <p:nvPr/>
        </p:nvSpPr>
        <p:spPr>
          <a:xfrm>
            <a:off x="744894" y="410048"/>
            <a:ext cx="13945846" cy="769441"/>
          </a:xfrm>
          <a:prstGeom prst="rect">
            <a:avLst/>
          </a:prstGeom>
          <a:noFill/>
        </p:spPr>
        <p:txBody>
          <a:bodyPr wrap="square" rtlCol="0">
            <a:spAutoFit/>
          </a:bodyPr>
          <a:lstStyle/>
          <a:p>
            <a:r>
              <a:rPr lang="en-US" sz="4400" b="1">
                <a:solidFill>
                  <a:srgbClr val="003D4C"/>
                </a:solidFill>
                <a:latin typeface="Univers" panose="020B0503020202020204" pitchFamily="34" charset="0"/>
              </a:rPr>
              <a:t>COMS 1920: Explorations in Computing Research I</a:t>
            </a:r>
            <a:endParaRPr lang="en-US" sz="3600">
              <a:solidFill>
                <a:srgbClr val="003D4C"/>
              </a:solidFill>
              <a:latin typeface="Univers" panose="020B0503020202020204" pitchFamily="34" charset="0"/>
            </a:endParaRPr>
          </a:p>
        </p:txBody>
      </p:sp>
      <p:sp>
        <p:nvSpPr>
          <p:cNvPr id="3" name="Freeform 7">
            <a:extLst>
              <a:ext uri="{FF2B5EF4-FFF2-40B4-BE49-F238E27FC236}">
                <a16:creationId xmlns:a16="http://schemas.microsoft.com/office/drawing/2014/main" id="{96E70523-3BC3-8436-0CBB-1A9CFCCB5E89}"/>
              </a:ext>
            </a:extLst>
          </p:cNvPr>
          <p:cNvSpPr/>
          <p:nvPr/>
        </p:nvSpPr>
        <p:spPr>
          <a:xfrm>
            <a:off x="15501473" y="579194"/>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9" name="Slide Number Placeholder 8">
            <a:extLst>
              <a:ext uri="{FF2B5EF4-FFF2-40B4-BE49-F238E27FC236}">
                <a16:creationId xmlns:a16="http://schemas.microsoft.com/office/drawing/2014/main" id="{EE14C917-4BAC-0784-925C-DA35EEECEA80}"/>
              </a:ext>
            </a:extLst>
          </p:cNvPr>
          <p:cNvSpPr>
            <a:spLocks noGrp="1"/>
          </p:cNvSpPr>
          <p:nvPr>
            <p:ph type="sldNum" sz="quarter" idx="12"/>
          </p:nvPr>
        </p:nvSpPr>
        <p:spPr>
          <a:xfrm>
            <a:off x="15501473" y="9506753"/>
            <a:ext cx="2133600" cy="365125"/>
          </a:xfrm>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Primary Research Question</a:t>
            </a:r>
            <a:endParaRPr lang="en-US" sz="7200" b="1" spc="300">
              <a:solidFill>
                <a:srgbClr val="C00000"/>
              </a:solidFill>
              <a:latin typeface="Univers Condensed"/>
              <a:ea typeface="Univers LT Std 2"/>
              <a:cs typeface="Univers LT Std 2"/>
            </a:endParaRPr>
          </a:p>
        </p:txBody>
      </p:sp>
      <p:sp>
        <p:nvSpPr>
          <p:cNvPr id="7" name="Freeform 7"/>
          <p:cNvSpPr/>
          <p:nvPr/>
        </p:nvSpPr>
        <p:spPr>
          <a:xfrm>
            <a:off x="15809495" y="71589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19" name="TextBox 18">
            <a:extLst>
              <a:ext uri="{FF2B5EF4-FFF2-40B4-BE49-F238E27FC236}">
                <a16:creationId xmlns:a16="http://schemas.microsoft.com/office/drawing/2014/main" id="{D6C883AE-702E-B68E-FE63-DE7F1CD14DDC}"/>
              </a:ext>
            </a:extLst>
          </p:cNvPr>
          <p:cNvSpPr txBox="1"/>
          <p:nvPr/>
        </p:nvSpPr>
        <p:spPr>
          <a:xfrm>
            <a:off x="1098112" y="1793529"/>
            <a:ext cx="15152081" cy="6432530"/>
          </a:xfrm>
          <a:prstGeom prst="rect">
            <a:avLst/>
          </a:prstGeom>
          <a:noFill/>
        </p:spPr>
        <p:txBody>
          <a:bodyPr wrap="square" lIns="91440" tIns="45720" rIns="91440" bIns="45720" anchor="t">
            <a:spAutoFit/>
          </a:bodyPr>
          <a:lstStyle/>
          <a:p>
            <a:pPr fontAlgn="base"/>
            <a:endParaRPr lang="en-US" sz="4000"/>
          </a:p>
          <a:p>
            <a:r>
              <a:rPr lang="en-US" sz="4000"/>
              <a:t>How do various machine unlearning mechanisms, including the choice of unlearning method, data modality, and data removal fraction, influence a model’s predictive uncertainty?​</a:t>
            </a:r>
            <a:endParaRPr lang="en-US" sz="4000">
              <a:ea typeface="Calibri"/>
              <a:cs typeface="Calibri"/>
            </a:endParaRPr>
          </a:p>
          <a:p>
            <a:pPr fontAlgn="base"/>
            <a:endParaRPr lang="en-US" sz="3600"/>
          </a:p>
          <a:p>
            <a:pPr fontAlgn="base"/>
            <a:endParaRPr lang="en-US" sz="3600"/>
          </a:p>
          <a:p>
            <a:pPr fontAlgn="base"/>
            <a:endParaRPr lang="en-US" sz="3600"/>
          </a:p>
          <a:p>
            <a:pPr fontAlgn="base"/>
            <a:endParaRPr lang="en-US" sz="3600"/>
          </a:p>
          <a:p>
            <a:pPr fontAlgn="base"/>
            <a:endParaRPr lang="en-US" sz="3600">
              <a:ea typeface="Calibri"/>
              <a:cs typeface="Calibri"/>
            </a:endParaRPr>
          </a:p>
          <a:p>
            <a:pPr fontAlgn="base"/>
            <a:endParaRPr lang="en-US" sz="3600"/>
          </a:p>
          <a:p>
            <a:endParaRPr lang="en-US" sz="3600"/>
          </a:p>
        </p:txBody>
      </p:sp>
      <p:sp>
        <p:nvSpPr>
          <p:cNvPr id="3" name="Slide Number Placeholder 2">
            <a:extLst>
              <a:ext uri="{FF2B5EF4-FFF2-40B4-BE49-F238E27FC236}">
                <a16:creationId xmlns:a16="http://schemas.microsoft.com/office/drawing/2014/main" id="{0DDAE1E8-78F0-3B3A-CA0E-90C9708668E0}"/>
              </a:ext>
            </a:extLst>
          </p:cNvPr>
          <p:cNvSpPr>
            <a:spLocks noGrp="1"/>
          </p:cNvSpPr>
          <p:nvPr>
            <p:ph type="sldNum" sz="quarter" idx="12"/>
          </p:nvPr>
        </p:nvSpPr>
        <p:spPr>
          <a:xfrm>
            <a:off x="15809495" y="9644982"/>
            <a:ext cx="2133600" cy="365125"/>
          </a:xfrm>
        </p:spPr>
        <p:txBody>
          <a:bodyPr/>
          <a:lstStyle/>
          <a:p>
            <a:fld id="{B6F15528-21DE-4FAA-801E-634DDDAF4B2B}" type="slidenum">
              <a:rPr lang="en-US" smtClean="0"/>
              <a:pPr/>
              <a:t>2</a:t>
            </a:fld>
            <a:endParaRPr lang="en-US"/>
          </a:p>
        </p:txBody>
      </p:sp>
      <p:pic>
        <p:nvPicPr>
          <p:cNvPr id="4" name="Picture 3">
            <a:extLst>
              <a:ext uri="{FF2B5EF4-FFF2-40B4-BE49-F238E27FC236}">
                <a16:creationId xmlns:a16="http://schemas.microsoft.com/office/drawing/2014/main" id="{6AC302A6-7755-3736-CCAC-14FB49AB09C1}"/>
              </a:ext>
            </a:extLst>
          </p:cNvPr>
          <p:cNvPicPr>
            <a:picLocks noChangeAspect="1"/>
          </p:cNvPicPr>
          <p:nvPr/>
        </p:nvPicPr>
        <p:blipFill>
          <a:blip r:embed="rId5"/>
          <a:stretch>
            <a:fillRect/>
          </a:stretch>
        </p:blipFill>
        <p:spPr>
          <a:xfrm>
            <a:off x="4171272" y="4563760"/>
            <a:ext cx="9646144" cy="5074697"/>
          </a:xfrm>
          <a:prstGeom prst="rect">
            <a:avLst/>
          </a:prstGeom>
        </p:spPr>
      </p:pic>
      <p:sp>
        <p:nvSpPr>
          <p:cNvPr id="8" name="TextBox 7">
            <a:extLst>
              <a:ext uri="{FF2B5EF4-FFF2-40B4-BE49-F238E27FC236}">
                <a16:creationId xmlns:a16="http://schemas.microsoft.com/office/drawing/2014/main" id="{556F0896-A264-A98F-36CA-50B41856BE3D}"/>
              </a:ext>
            </a:extLst>
          </p:cNvPr>
          <p:cNvSpPr txBox="1"/>
          <p:nvPr/>
        </p:nvSpPr>
        <p:spPr>
          <a:xfrm>
            <a:off x="6392332" y="9641416"/>
            <a:ext cx="772583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Calibri"/>
                <a:cs typeface="Calibri"/>
              </a:rPr>
              <a:t>Figure shows the need for Machine Unlearning</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12F0E5AC-C3BC-FD78-7FB6-EC2947D32EF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0893D5C-8371-F862-54D7-BC5B585AACEF}"/>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Primary Research Question</a:t>
            </a:r>
            <a:endParaRPr lang="en-US" sz="7200" b="1" spc="300">
              <a:solidFill>
                <a:srgbClr val="C00000"/>
              </a:solidFill>
              <a:latin typeface="Univers Condensed"/>
              <a:ea typeface="Univers LT Std 2"/>
              <a:cs typeface="Univers LT Std 2"/>
            </a:endParaRPr>
          </a:p>
        </p:txBody>
      </p:sp>
      <p:sp>
        <p:nvSpPr>
          <p:cNvPr id="7" name="Freeform 7">
            <a:extLst>
              <a:ext uri="{FF2B5EF4-FFF2-40B4-BE49-F238E27FC236}">
                <a16:creationId xmlns:a16="http://schemas.microsoft.com/office/drawing/2014/main" id="{715A9D66-A5B5-6F6F-702D-AE8D44A732B5}"/>
              </a:ext>
            </a:extLst>
          </p:cNvPr>
          <p:cNvSpPr/>
          <p:nvPr/>
        </p:nvSpPr>
        <p:spPr>
          <a:xfrm>
            <a:off x="15809495" y="71589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Slide Number Placeholder 2">
            <a:extLst>
              <a:ext uri="{FF2B5EF4-FFF2-40B4-BE49-F238E27FC236}">
                <a16:creationId xmlns:a16="http://schemas.microsoft.com/office/drawing/2014/main" id="{7F606A56-15EC-1017-18C6-1F56B5D7265B}"/>
              </a:ext>
            </a:extLst>
          </p:cNvPr>
          <p:cNvSpPr>
            <a:spLocks noGrp="1"/>
          </p:cNvSpPr>
          <p:nvPr>
            <p:ph type="sldNum" sz="quarter" idx="12"/>
          </p:nvPr>
        </p:nvSpPr>
        <p:spPr>
          <a:xfrm>
            <a:off x="15809495" y="9644982"/>
            <a:ext cx="2133600" cy="365125"/>
          </a:xfrm>
        </p:spPr>
        <p:txBody>
          <a:bodyPr/>
          <a:lstStyle/>
          <a:p>
            <a:fld id="{B6F15528-21DE-4FAA-801E-634DDDAF4B2B}" type="slidenum">
              <a:rPr lang="en-US" smtClean="0"/>
              <a:pPr/>
              <a:t>3</a:t>
            </a:fld>
            <a:endParaRPr lang="en-US"/>
          </a:p>
        </p:txBody>
      </p:sp>
      <p:pic>
        <p:nvPicPr>
          <p:cNvPr id="5" name="Picture 4" descr="A diagram of a function&#10;&#10;AI-generated content may be incorrect.">
            <a:extLst>
              <a:ext uri="{FF2B5EF4-FFF2-40B4-BE49-F238E27FC236}">
                <a16:creationId xmlns:a16="http://schemas.microsoft.com/office/drawing/2014/main" id="{F6FDFA35-0A3C-9122-34F6-F03B94F42E7B}"/>
              </a:ext>
            </a:extLst>
          </p:cNvPr>
          <p:cNvPicPr>
            <a:picLocks noChangeAspect="1"/>
          </p:cNvPicPr>
          <p:nvPr/>
        </p:nvPicPr>
        <p:blipFill>
          <a:blip r:embed="rId4"/>
          <a:stretch>
            <a:fillRect/>
          </a:stretch>
        </p:blipFill>
        <p:spPr>
          <a:xfrm>
            <a:off x="3296355" y="2570780"/>
            <a:ext cx="11210750" cy="6056113"/>
          </a:xfrm>
          <a:prstGeom prst="rect">
            <a:avLst/>
          </a:prstGeom>
        </p:spPr>
      </p:pic>
      <p:sp>
        <p:nvSpPr>
          <p:cNvPr id="6" name="TextBox 5">
            <a:extLst>
              <a:ext uri="{FF2B5EF4-FFF2-40B4-BE49-F238E27FC236}">
                <a16:creationId xmlns:a16="http://schemas.microsoft.com/office/drawing/2014/main" id="{F53AA378-AE09-945C-76FE-23ED553FEA60}"/>
              </a:ext>
            </a:extLst>
          </p:cNvPr>
          <p:cNvSpPr txBox="1"/>
          <p:nvPr/>
        </p:nvSpPr>
        <p:spPr>
          <a:xfrm>
            <a:off x="5207001" y="8911166"/>
            <a:ext cx="948266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Figure shows Uncertainty Quantification using Deep Ensembles</a:t>
            </a:r>
            <a:endParaRPr lang="en-US" sz="2400"/>
          </a:p>
        </p:txBody>
      </p:sp>
    </p:spTree>
    <p:extLst>
      <p:ext uri="{BB962C8B-B14F-4D97-AF65-F5344CB8AC3E}">
        <p14:creationId xmlns:p14="http://schemas.microsoft.com/office/powerpoint/2010/main" val="1234501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F74111AA-E2F3-8E93-DE22-3539BB701A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28976C4-ECFC-4825-1202-8F2D2A3731F8}"/>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Supporting Research Questions</a:t>
            </a:r>
            <a:endParaRPr lang="en-US" sz="72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BAB8B04F-BC5C-C946-3C30-FB315C0092DC}"/>
              </a:ext>
            </a:extLst>
          </p:cNvPr>
          <p:cNvSpPr/>
          <p:nvPr/>
        </p:nvSpPr>
        <p:spPr>
          <a:xfrm>
            <a:off x="15809495" y="71589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19" name="TextBox 18">
            <a:extLst>
              <a:ext uri="{FF2B5EF4-FFF2-40B4-BE49-F238E27FC236}">
                <a16:creationId xmlns:a16="http://schemas.microsoft.com/office/drawing/2014/main" id="{4D7F0501-FF1F-57DD-2BC0-750814AEEA9B}"/>
              </a:ext>
            </a:extLst>
          </p:cNvPr>
          <p:cNvSpPr txBox="1"/>
          <p:nvPr/>
        </p:nvSpPr>
        <p:spPr>
          <a:xfrm>
            <a:off x="1098112" y="1793529"/>
            <a:ext cx="15152081" cy="6740307"/>
          </a:xfrm>
          <a:prstGeom prst="rect">
            <a:avLst/>
          </a:prstGeom>
          <a:noFill/>
        </p:spPr>
        <p:txBody>
          <a:bodyPr wrap="square" lIns="91440" tIns="45720" rIns="91440" bIns="45720" anchor="t">
            <a:spAutoFit/>
          </a:bodyPr>
          <a:lstStyle/>
          <a:p>
            <a:pPr fontAlgn="base"/>
            <a:endParaRPr lang="en-US" sz="4000"/>
          </a:p>
          <a:p>
            <a:r>
              <a:rPr lang="en-US" sz="4000"/>
              <a:t>1. How does unlearning different data modalities (e.g., instance-level, feature-level, or label-level) influence predictive uncertainty?​</a:t>
            </a:r>
            <a:endParaRPr lang="en-US" sz="4000">
              <a:ea typeface="Calibri"/>
              <a:cs typeface="Calibri"/>
            </a:endParaRPr>
          </a:p>
          <a:p>
            <a:endParaRPr lang="en-US" sz="4000"/>
          </a:p>
          <a:p>
            <a:pPr fontAlgn="base"/>
            <a:r>
              <a:rPr lang="en-US" sz="4000"/>
              <a:t>2. How does varying the fraction of data being unlearned (e.g., 5%, 10%, 15%, 20%) impact predictive uncertainty?​</a:t>
            </a:r>
            <a:endParaRPr lang="en-US" sz="4000">
              <a:ea typeface="Calibri"/>
              <a:cs typeface="Calibri"/>
            </a:endParaRPr>
          </a:p>
          <a:p>
            <a:endParaRPr lang="en-US" sz="4000"/>
          </a:p>
          <a:p>
            <a:pPr fontAlgn="base"/>
            <a:r>
              <a:rPr lang="en-US" sz="4000"/>
              <a:t>3. Does class-wise unlearning induce greater uncertainty drift than instance-wise unlearning?​</a:t>
            </a:r>
            <a:endParaRPr lang="en-US" sz="4000">
              <a:ea typeface="Calibri"/>
              <a:cs typeface="Calibri"/>
            </a:endParaRPr>
          </a:p>
          <a:p>
            <a:pPr fontAlgn="base"/>
            <a:endParaRPr lang="en-US" sz="3600"/>
          </a:p>
          <a:p>
            <a:endParaRPr lang="en-US" sz="3600"/>
          </a:p>
        </p:txBody>
      </p:sp>
      <p:sp>
        <p:nvSpPr>
          <p:cNvPr id="3" name="Slide Number Placeholder 2">
            <a:extLst>
              <a:ext uri="{FF2B5EF4-FFF2-40B4-BE49-F238E27FC236}">
                <a16:creationId xmlns:a16="http://schemas.microsoft.com/office/drawing/2014/main" id="{7EB8A40F-A14D-D21B-995B-4D3565B7D16D}"/>
              </a:ext>
            </a:extLst>
          </p:cNvPr>
          <p:cNvSpPr>
            <a:spLocks noGrp="1"/>
          </p:cNvSpPr>
          <p:nvPr>
            <p:ph type="sldNum" sz="quarter" idx="12"/>
          </p:nvPr>
        </p:nvSpPr>
        <p:spPr>
          <a:xfrm>
            <a:off x="15809495" y="9644982"/>
            <a:ext cx="2133600" cy="365125"/>
          </a:xfrm>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42329277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D7D8183F-41D9-E0DB-A8DF-508BB6C3D1B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4A8825D-58CC-8414-E6D9-FD1773066F3A}"/>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Related Work</a:t>
            </a:r>
          </a:p>
        </p:txBody>
      </p:sp>
      <p:sp>
        <p:nvSpPr>
          <p:cNvPr id="7" name="Freeform 7">
            <a:extLst>
              <a:ext uri="{FF2B5EF4-FFF2-40B4-BE49-F238E27FC236}">
                <a16:creationId xmlns:a16="http://schemas.microsoft.com/office/drawing/2014/main" id="{C29096F8-8868-BCE1-6A6C-61B2F354FB5E}"/>
              </a:ext>
            </a:extLst>
          </p:cNvPr>
          <p:cNvSpPr/>
          <p:nvPr/>
        </p:nvSpPr>
        <p:spPr>
          <a:xfrm>
            <a:off x="15636273" y="392678"/>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C59F485F-8F33-B922-209C-6E1B93F29E03}"/>
              </a:ext>
            </a:extLst>
          </p:cNvPr>
          <p:cNvSpPr txBox="1"/>
          <p:nvPr/>
        </p:nvSpPr>
        <p:spPr>
          <a:xfrm>
            <a:off x="1098113" y="1793529"/>
            <a:ext cx="14989215" cy="6051913"/>
          </a:xfrm>
          <a:prstGeom prst="rect">
            <a:avLst/>
          </a:prstGeom>
          <a:noFill/>
        </p:spPr>
        <p:txBody>
          <a:bodyPr wrap="square" lIns="91440" tIns="45720" rIns="91440" bIns="45720" anchor="t">
            <a:spAutoFit/>
          </a:bodyPr>
          <a:lstStyle/>
          <a:p>
            <a:pPr>
              <a:lnSpc>
                <a:spcPct val="90000"/>
              </a:lnSpc>
              <a:spcBef>
                <a:spcPts val="1000"/>
              </a:spcBef>
            </a:pPr>
            <a:r>
              <a:rPr lang="en-US" sz="4200" b="1">
                <a:solidFill>
                  <a:srgbClr val="000000"/>
                </a:solidFill>
                <a:latin typeface="Aptos"/>
                <a:cs typeface="Arial"/>
              </a:rPr>
              <a:t>Machine Unlearning</a:t>
            </a:r>
            <a:endParaRPr lang="en-US" sz="4200" b="1">
              <a:ea typeface="Calibri"/>
              <a:cs typeface="Calibri"/>
            </a:endParaRPr>
          </a:p>
          <a:p>
            <a:pPr>
              <a:lnSpc>
                <a:spcPct val="90000"/>
              </a:lnSpc>
              <a:spcBef>
                <a:spcPts val="1000"/>
              </a:spcBef>
            </a:pPr>
            <a:endParaRPr lang="en-US" sz="2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Machine unlearning is the process of removing data points from a trained machine learning model without needing to retrain the entire model.</a:t>
            </a:r>
            <a:br>
              <a:rPr lang="en-US"/>
            </a:br>
            <a:endParaRPr lang="en-US" sz="1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It's vital when models are trained on data that is classified and private that needs to be removed later in the process</a:t>
            </a:r>
            <a:br>
              <a:rPr lang="en-US"/>
            </a:br>
            <a:endParaRPr lang="en-US" sz="1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However, there are many challenges with this, like maintaining model accuracy, ensuring complete data removal and computational cost. </a:t>
            </a:r>
            <a:br>
              <a:rPr lang="en-US"/>
            </a:br>
            <a:endParaRPr lang="en-US" sz="1000">
              <a:solidFill>
                <a:srgbClr val="000000"/>
              </a:solidFill>
              <a:latin typeface="Aptos"/>
              <a:cs typeface="Arial"/>
            </a:endParaRPr>
          </a:p>
          <a:p>
            <a:pPr marL="285750" indent="-285750">
              <a:lnSpc>
                <a:spcPct val="90000"/>
              </a:lnSpc>
              <a:spcBef>
                <a:spcPts val="1000"/>
              </a:spcBef>
              <a:buFont typeface="Arial"/>
              <a:buChar char="•"/>
            </a:pPr>
            <a:r>
              <a:rPr lang="en-US" sz="3600">
                <a:solidFill>
                  <a:srgbClr val="000000"/>
                </a:solidFill>
                <a:latin typeface="Aptos"/>
                <a:cs typeface="Arial"/>
              </a:rPr>
              <a:t>There's two kinds of unlearning : exact and approximate unlearning</a:t>
            </a:r>
          </a:p>
          <a:p>
            <a:endParaRPr lang="en-US" sz="3600">
              <a:solidFill>
                <a:srgbClr val="003D4C"/>
              </a:solidFill>
              <a:latin typeface="Arial"/>
              <a:cs typeface="Arial"/>
            </a:endParaRPr>
          </a:p>
        </p:txBody>
      </p:sp>
      <p:sp>
        <p:nvSpPr>
          <p:cNvPr id="4" name="Slide Number Placeholder 3">
            <a:extLst>
              <a:ext uri="{FF2B5EF4-FFF2-40B4-BE49-F238E27FC236}">
                <a16:creationId xmlns:a16="http://schemas.microsoft.com/office/drawing/2014/main" id="{342E5C78-3C1D-925E-7492-630E50A990A9}"/>
              </a:ext>
            </a:extLst>
          </p:cNvPr>
          <p:cNvSpPr>
            <a:spLocks noGrp="1"/>
          </p:cNvSpPr>
          <p:nvPr>
            <p:ph type="sldNum" sz="quarter" idx="12"/>
          </p:nvPr>
        </p:nvSpPr>
        <p:spPr>
          <a:xfrm>
            <a:off x="15544306" y="9529197"/>
            <a:ext cx="2133600" cy="365125"/>
          </a:xfrm>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68651338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1C73DE50-672B-D06F-C332-1D97A8B47EC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D3AFDD-0B7E-C811-A9ED-F0B04D50DE53}"/>
              </a:ext>
            </a:extLst>
          </p:cNvPr>
          <p:cNvSpPr txBox="1"/>
          <p:nvPr/>
        </p:nvSpPr>
        <p:spPr>
          <a:xfrm>
            <a:off x="1264224" y="42333"/>
            <a:ext cx="17170964" cy="1570110"/>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Related Work</a:t>
            </a:r>
            <a:endParaRPr lang="en-US" sz="72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2E9FC756-7E2D-D834-176E-C04584889724}"/>
              </a:ext>
            </a:extLst>
          </p:cNvPr>
          <p:cNvSpPr/>
          <p:nvPr/>
        </p:nvSpPr>
        <p:spPr>
          <a:xfrm>
            <a:off x="15636273" y="392678"/>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1EA296BE-7F27-681B-9FCC-F1276A7EBBD4}"/>
              </a:ext>
            </a:extLst>
          </p:cNvPr>
          <p:cNvSpPr txBox="1"/>
          <p:nvPr/>
        </p:nvSpPr>
        <p:spPr>
          <a:xfrm>
            <a:off x="1267446" y="2036946"/>
            <a:ext cx="12982989" cy="6638740"/>
          </a:xfrm>
          <a:prstGeom prst="rect">
            <a:avLst/>
          </a:prstGeom>
          <a:noFill/>
        </p:spPr>
        <p:txBody>
          <a:bodyPr wrap="square" lIns="91440" tIns="45720" rIns="91440" bIns="45720" anchor="t">
            <a:spAutoFit/>
          </a:bodyPr>
          <a:lstStyle/>
          <a:p>
            <a:r>
              <a:rPr lang="en-US" sz="4200" b="1">
                <a:solidFill>
                  <a:srgbClr val="000000"/>
                </a:solidFill>
                <a:latin typeface="Aptos"/>
                <a:cs typeface="Arial"/>
              </a:rPr>
              <a:t>Uncertainty Quantification</a:t>
            </a:r>
          </a:p>
          <a:p>
            <a:endParaRPr lang="en-US" sz="2000">
              <a:solidFill>
                <a:srgbClr val="000000"/>
              </a:solidFill>
              <a:latin typeface="Aptos"/>
              <a:cs typeface="Arial"/>
            </a:endParaRPr>
          </a:p>
          <a:p>
            <a:pPr marL="571500" indent="-571500">
              <a:buFont typeface="Arial"/>
              <a:buChar char="•"/>
            </a:pPr>
            <a:r>
              <a:rPr lang="en-US" sz="3600">
                <a:solidFill>
                  <a:srgbClr val="000000"/>
                </a:solidFill>
                <a:latin typeface="Aptos"/>
                <a:cs typeface="Arial"/>
              </a:rPr>
              <a:t>Uncertainty Quantification measures how confident a model is in its predictions and turns it into a numerical value or probability. </a:t>
            </a:r>
            <a:endParaRPr lang="en-US" sz="4400">
              <a:solidFill>
                <a:srgbClr val="003D4C"/>
              </a:solidFill>
              <a:latin typeface="Arial"/>
              <a:cs typeface="Arial"/>
            </a:endParaRPr>
          </a:p>
          <a:p>
            <a:pPr marL="571500" indent="-571500">
              <a:lnSpc>
                <a:spcPct val="90000"/>
              </a:lnSpc>
              <a:spcBef>
                <a:spcPts val="1000"/>
              </a:spcBef>
              <a:buFont typeface="Arial"/>
              <a:buChar char="•"/>
            </a:pPr>
            <a:r>
              <a:rPr lang="en-US" sz="3600">
                <a:solidFill>
                  <a:srgbClr val="000000"/>
                </a:solidFill>
                <a:latin typeface="Aptos"/>
                <a:cs typeface="Arial"/>
              </a:rPr>
              <a:t>This is important because it establishes trustworthiness in models which is crucial for industries like healthcare, finance, and autonomous driving. </a:t>
            </a:r>
          </a:p>
          <a:p>
            <a:pPr>
              <a:lnSpc>
                <a:spcPct val="90000"/>
              </a:lnSpc>
              <a:spcBef>
                <a:spcPts val="1000"/>
              </a:spcBef>
            </a:pPr>
            <a:endParaRPr lang="en-US" sz="3600" b="1">
              <a:solidFill>
                <a:srgbClr val="000000"/>
              </a:solidFill>
              <a:latin typeface="Aptos"/>
              <a:cs typeface="Arial"/>
            </a:endParaRPr>
          </a:p>
          <a:p>
            <a:pPr>
              <a:lnSpc>
                <a:spcPct val="90000"/>
              </a:lnSpc>
              <a:spcBef>
                <a:spcPts val="1000"/>
              </a:spcBef>
            </a:pPr>
            <a:r>
              <a:rPr lang="en-US" sz="3600" b="1">
                <a:solidFill>
                  <a:srgbClr val="000000"/>
                </a:solidFill>
                <a:latin typeface="Aptos"/>
                <a:cs typeface="Arial"/>
              </a:rPr>
              <a:t>Key Idea:</a:t>
            </a:r>
            <a:r>
              <a:rPr lang="en-US" sz="3600">
                <a:solidFill>
                  <a:srgbClr val="000000"/>
                </a:solidFill>
                <a:latin typeface="Aptos"/>
                <a:cs typeface="Arial"/>
              </a:rPr>
              <a:t> A good model assigns high confidence to correct predictions and low confidence to uncertain ones.</a:t>
            </a:r>
            <a:endParaRPr lang="en-US"/>
          </a:p>
          <a:p>
            <a:endParaRPr lang="en-US" sz="3600">
              <a:solidFill>
                <a:srgbClr val="003D4C"/>
              </a:solidFill>
              <a:latin typeface="Arial"/>
              <a:cs typeface="Arial"/>
            </a:endParaRPr>
          </a:p>
        </p:txBody>
      </p:sp>
      <p:sp>
        <p:nvSpPr>
          <p:cNvPr id="4" name="Slide Number Placeholder 3">
            <a:extLst>
              <a:ext uri="{FF2B5EF4-FFF2-40B4-BE49-F238E27FC236}">
                <a16:creationId xmlns:a16="http://schemas.microsoft.com/office/drawing/2014/main" id="{D9146ECA-A631-47F2-A02C-A57497674F54}"/>
              </a:ext>
            </a:extLst>
          </p:cNvPr>
          <p:cNvSpPr>
            <a:spLocks noGrp="1"/>
          </p:cNvSpPr>
          <p:nvPr>
            <p:ph type="sldNum" sz="quarter" idx="12"/>
          </p:nvPr>
        </p:nvSpPr>
        <p:spPr>
          <a:xfrm>
            <a:off x="15544306" y="9529197"/>
            <a:ext cx="2133600" cy="365125"/>
          </a:xfrm>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779531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75FBD23C-CE4C-7220-F54F-9CB643190E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E44DDDA-7868-27F2-6F68-AB94677D7635}"/>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0BF75D9D-6E6B-5FF9-55A4-4773F5AC7A30}"/>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7C96EB6D-D2DA-7CA8-ED70-5CDE0C3DBA03}"/>
              </a:ext>
            </a:extLst>
          </p:cNvPr>
          <p:cNvSpPr txBox="1"/>
          <p:nvPr/>
        </p:nvSpPr>
        <p:spPr>
          <a:xfrm>
            <a:off x="1098112" y="1793529"/>
            <a:ext cx="15361088" cy="5386090"/>
          </a:xfrm>
          <a:prstGeom prst="rect">
            <a:avLst/>
          </a:prstGeom>
          <a:noFill/>
        </p:spPr>
        <p:txBody>
          <a:bodyPr wrap="square" lIns="91440" tIns="45720" rIns="91440" bIns="45720" anchor="t">
            <a:spAutoFit/>
          </a:bodyPr>
          <a:lstStyle/>
          <a:p>
            <a:r>
              <a:rPr lang="en-US" sz="3600" b="0" i="0">
                <a:solidFill>
                  <a:srgbClr val="C00000"/>
                </a:solidFill>
                <a:effectLst/>
                <a:latin typeface="Arial"/>
                <a:cs typeface="Arial"/>
              </a:rPr>
              <a:t>Dataset(s)</a:t>
            </a:r>
          </a:p>
          <a:p>
            <a:endParaRPr lang="en-US" sz="3600">
              <a:solidFill>
                <a:srgbClr val="C00000"/>
              </a:solidFill>
              <a:latin typeface="Arial"/>
              <a:ea typeface="+mn-lt"/>
              <a:cs typeface="Arial"/>
            </a:endParaRPr>
          </a:p>
          <a:p>
            <a:pPr marL="285750" indent="-285750">
              <a:buFont typeface="Arial"/>
              <a:buChar char="•"/>
            </a:pPr>
            <a:r>
              <a:rPr lang="en-US" sz="4000" b="1">
                <a:ea typeface="+mn-lt"/>
                <a:cs typeface="+mn-lt"/>
              </a:rPr>
              <a:t>   CIFAR-10</a:t>
            </a:r>
            <a:r>
              <a:rPr lang="en-US" sz="4000">
                <a:ea typeface="+mn-lt"/>
                <a:cs typeface="+mn-lt"/>
              </a:rPr>
              <a:t> → general image classification benchmark.</a:t>
            </a:r>
            <a:endParaRPr lang="en-US" sz="4000">
              <a:ea typeface="Calibri"/>
              <a:cs typeface="Calibri"/>
            </a:endParaRPr>
          </a:p>
          <a:p>
            <a:endParaRPr lang="en-US" sz="3600">
              <a:solidFill>
                <a:srgbClr val="C00000"/>
              </a:solidFill>
              <a:latin typeface="Arial" panose="020B0604020202020204" pitchFamily="34" charset="0"/>
              <a:ea typeface="Calibri"/>
              <a:cs typeface="Arial" panose="020B0604020202020204" pitchFamily="34" charset="0"/>
            </a:endParaRPr>
          </a:p>
          <a:p>
            <a:pPr marL="571500" indent="-571500" fontAlgn="base">
              <a:buFont typeface="Arial"/>
              <a:buChar char="•"/>
            </a:pPr>
            <a:r>
              <a:rPr lang="en-US" sz="4000"/>
              <a:t>CIFAR-10 dataset: Contains 60000 32x32 color images across 10 different classes. ​There are 50000 images for training and 10000 for testing.​ </a:t>
            </a:r>
            <a:r>
              <a:rPr lang="en-US" sz="4000">
                <a:ea typeface="+mn-lt"/>
                <a:cs typeface="+mn-lt"/>
              </a:rPr>
              <a:t>CIFAR-10 → </a:t>
            </a:r>
            <a:r>
              <a:rPr lang="en-US" sz="4000" b="1">
                <a:ea typeface="+mn-lt"/>
                <a:cs typeface="+mn-lt"/>
              </a:rPr>
              <a:t>RGB (3-channel)</a:t>
            </a:r>
            <a:endParaRPr lang="en-US" sz="4000">
              <a:ea typeface="+mn-lt"/>
              <a:cs typeface="+mn-lt"/>
            </a:endParaRPr>
          </a:p>
          <a:p>
            <a:pPr marL="571500" indent="-571500">
              <a:buFont typeface="Arial"/>
              <a:buChar char="•"/>
            </a:pPr>
            <a:endParaRPr lang="en-US" sz="4000">
              <a:ea typeface="Calibri"/>
              <a:cs typeface="Calibri"/>
            </a:endParaRPr>
          </a:p>
          <a:p>
            <a:endParaRPr lang="en-US" sz="3600">
              <a:solidFill>
                <a:srgbClr val="C00000"/>
              </a:solidFill>
              <a:ea typeface="Calibri"/>
              <a:cs typeface="Calibri"/>
            </a:endParaRPr>
          </a:p>
        </p:txBody>
      </p:sp>
      <p:sp>
        <p:nvSpPr>
          <p:cNvPr id="4" name="Slide Number Placeholder 3">
            <a:extLst>
              <a:ext uri="{FF2B5EF4-FFF2-40B4-BE49-F238E27FC236}">
                <a16:creationId xmlns:a16="http://schemas.microsoft.com/office/drawing/2014/main" id="{696E6AA8-EC62-18A7-E8FD-CD097ED9AD59}"/>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325418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EB624F71-1744-4DAC-DE53-0AA39E52BC4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629A618F-3344-AE27-18BA-F518CB7594C3}"/>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4491A71F-9A1D-2636-E626-4C6A841550CC}"/>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38C45F93-F2DE-C36B-FACD-0934A7B3DE8E}"/>
              </a:ext>
            </a:extLst>
          </p:cNvPr>
          <p:cNvSpPr txBox="1"/>
          <p:nvPr/>
        </p:nvSpPr>
        <p:spPr>
          <a:xfrm>
            <a:off x="1098112" y="1793529"/>
            <a:ext cx="15361088" cy="5078313"/>
          </a:xfrm>
          <a:prstGeom prst="rect">
            <a:avLst/>
          </a:prstGeom>
          <a:noFill/>
        </p:spPr>
        <p:txBody>
          <a:bodyPr wrap="square" lIns="91440" tIns="45720" rIns="91440" bIns="45720" anchor="t">
            <a:spAutoFit/>
          </a:bodyPr>
          <a:lstStyle/>
          <a:p>
            <a:r>
              <a:rPr lang="en-US" sz="3600" b="0" i="0">
                <a:solidFill>
                  <a:srgbClr val="C00000"/>
                </a:solidFill>
                <a:effectLst/>
                <a:latin typeface="Arial"/>
                <a:cs typeface="Arial"/>
              </a:rPr>
              <a:t>Dataset(s)</a:t>
            </a:r>
          </a:p>
          <a:p>
            <a:endParaRPr lang="en-US" sz="3600">
              <a:solidFill>
                <a:srgbClr val="C00000"/>
              </a:solidFill>
              <a:latin typeface="Arial"/>
              <a:ea typeface="+mn-lt"/>
              <a:cs typeface="Arial"/>
            </a:endParaRPr>
          </a:p>
          <a:p>
            <a:pPr marL="285750" indent="-285750">
              <a:buFont typeface="Arial"/>
              <a:buChar char="•"/>
            </a:pPr>
            <a:r>
              <a:rPr lang="en-US" sz="3600" b="1">
                <a:ea typeface="+mn-lt"/>
                <a:cs typeface="+mn-lt"/>
              </a:rPr>
              <a:t>  </a:t>
            </a:r>
            <a:r>
              <a:rPr lang="en-US" sz="3600" b="1" err="1">
                <a:ea typeface="+mn-lt"/>
                <a:cs typeface="+mn-lt"/>
              </a:rPr>
              <a:t>MedMNIST</a:t>
            </a:r>
            <a:r>
              <a:rPr lang="en-US" sz="3600">
                <a:ea typeface="+mn-lt"/>
                <a:cs typeface="+mn-lt"/>
              </a:rPr>
              <a:t> → medical imaging classification where performance impacts real clinical settings.</a:t>
            </a:r>
            <a:endParaRPr lang="en-US" sz="3600">
              <a:ea typeface="Calibri"/>
              <a:cs typeface="Calibri"/>
            </a:endParaRPr>
          </a:p>
          <a:p>
            <a:pPr marL="571500" indent="-571500" fontAlgn="base">
              <a:buFont typeface="Arial"/>
              <a:buChar char="•"/>
            </a:pPr>
            <a:r>
              <a:rPr lang="en-US" sz="3600" err="1"/>
              <a:t>MedMNIST</a:t>
            </a:r>
            <a:r>
              <a:rPr lang="en-US" sz="3600"/>
              <a:t>: Has a collection of 10 pre-processed medical open datasets. These include Pathology, Chest X-Ray, </a:t>
            </a:r>
            <a:r>
              <a:rPr lang="en-US" sz="3600" err="1"/>
              <a:t>Dermatoscope</a:t>
            </a:r>
            <a:r>
              <a:rPr lang="en-US" sz="3600"/>
              <a:t>,  OCT, and Abdominal CTs.​ </a:t>
            </a:r>
            <a:endParaRPr lang="en-US" sz="3600">
              <a:ea typeface="Calibri"/>
              <a:cs typeface="Calibri"/>
            </a:endParaRPr>
          </a:p>
          <a:p>
            <a:pPr marL="571500" indent="-571500">
              <a:buFont typeface="Arial"/>
              <a:buChar char="•"/>
            </a:pPr>
            <a:r>
              <a:rPr lang="en-GB" sz="3600" err="1">
                <a:solidFill>
                  <a:srgbClr val="000000"/>
                </a:solidFill>
                <a:ea typeface="Calibri"/>
                <a:cs typeface="Calibri"/>
              </a:rPr>
              <a:t>DermaMNIST</a:t>
            </a:r>
            <a:r>
              <a:rPr lang="en-GB" sz="3600">
                <a:solidFill>
                  <a:srgbClr val="000000"/>
                </a:solidFill>
                <a:ea typeface="Calibri"/>
                <a:cs typeface="Calibri"/>
              </a:rPr>
              <a:t>: Has 7 classes of 28x28 images, has 10015 images</a:t>
            </a:r>
            <a:r>
              <a:rPr lang="en-US" sz="3600">
                <a:solidFill>
                  <a:srgbClr val="000000"/>
                </a:solidFill>
                <a:ea typeface="Calibri"/>
                <a:cs typeface="Calibri"/>
              </a:rPr>
              <a:t> </a:t>
            </a:r>
          </a:p>
          <a:p>
            <a:pPr marL="571500" indent="-571500">
              <a:buFont typeface="Arial"/>
              <a:buChar char="•"/>
            </a:pPr>
            <a:r>
              <a:rPr lang="en-US" sz="3600" b="1">
                <a:solidFill>
                  <a:srgbClr val="212529"/>
                </a:solidFill>
                <a:ea typeface="Calibri"/>
                <a:cs typeface="Calibri"/>
              </a:rPr>
              <a:t>Data Modality:</a:t>
            </a:r>
            <a:r>
              <a:rPr lang="en-US" sz="3600">
                <a:solidFill>
                  <a:srgbClr val="212529"/>
                </a:solidFill>
                <a:ea typeface="Calibri"/>
                <a:cs typeface="Calibri"/>
              </a:rPr>
              <a:t> </a:t>
            </a:r>
            <a:r>
              <a:rPr lang="en-US" sz="3600" err="1">
                <a:solidFill>
                  <a:srgbClr val="212529"/>
                </a:solidFill>
                <a:ea typeface="+mn-lt"/>
                <a:cs typeface="+mn-lt"/>
              </a:rPr>
              <a:t>Dermatoscope</a:t>
            </a:r>
            <a:endParaRPr lang="en-US" sz="3600" err="1">
              <a:ea typeface="Calibri"/>
              <a:cs typeface="Calibri"/>
            </a:endParaRPr>
          </a:p>
          <a:p>
            <a:endParaRPr lang="en-US" sz="3600">
              <a:solidFill>
                <a:srgbClr val="C00000"/>
              </a:solidFill>
              <a:ea typeface="Calibri"/>
              <a:cs typeface="Calibri"/>
            </a:endParaRPr>
          </a:p>
        </p:txBody>
      </p:sp>
      <p:sp>
        <p:nvSpPr>
          <p:cNvPr id="4" name="Slide Number Placeholder 3">
            <a:extLst>
              <a:ext uri="{FF2B5EF4-FFF2-40B4-BE49-F238E27FC236}">
                <a16:creationId xmlns:a16="http://schemas.microsoft.com/office/drawing/2014/main" id="{266E65CB-9393-B68F-7BE8-274231415EA8}"/>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758562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C8BF8B66-A9F6-04FE-3840-25878F5B26C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1AE3EBA-BBDE-FF58-03D7-37DB74F278AC}"/>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panose="020B0506020202050204" pitchFamily="34" charset="0"/>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D09FC5A7-3B91-E61A-4273-126E7647EF52}"/>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3" name="TextBox 2">
            <a:extLst>
              <a:ext uri="{FF2B5EF4-FFF2-40B4-BE49-F238E27FC236}">
                <a16:creationId xmlns:a16="http://schemas.microsoft.com/office/drawing/2014/main" id="{C9F427D0-3EE0-F40A-4E23-F8305C3614EA}"/>
              </a:ext>
            </a:extLst>
          </p:cNvPr>
          <p:cNvSpPr txBox="1"/>
          <p:nvPr/>
        </p:nvSpPr>
        <p:spPr>
          <a:xfrm>
            <a:off x="1098112" y="1793529"/>
            <a:ext cx="15361088" cy="5016758"/>
          </a:xfrm>
          <a:prstGeom prst="rect">
            <a:avLst/>
          </a:prstGeom>
          <a:noFill/>
        </p:spPr>
        <p:txBody>
          <a:bodyPr wrap="square" lIns="91440" tIns="45720" rIns="91440" bIns="45720" anchor="t">
            <a:spAutoFit/>
          </a:bodyPr>
          <a:lstStyle/>
          <a:p>
            <a:pPr fontAlgn="base"/>
            <a:r>
              <a:rPr lang="en-US" sz="4000">
                <a:solidFill>
                  <a:srgbClr val="C00000"/>
                </a:solidFill>
                <a:latin typeface="Arial"/>
                <a:cs typeface="Arial"/>
              </a:rPr>
              <a:t>Dataset(s)</a:t>
            </a:r>
          </a:p>
          <a:p>
            <a:endParaRPr lang="en-GB" sz="4400">
              <a:ea typeface="Calibri"/>
              <a:cs typeface="Calibri"/>
            </a:endParaRPr>
          </a:p>
          <a:p>
            <a:pPr marL="571500" indent="-571500">
              <a:buFont typeface="Arial"/>
              <a:buChar char="•"/>
            </a:pPr>
            <a:endParaRPr lang="en-US" sz="4000">
              <a:ea typeface="Calibri"/>
              <a:cs typeface="Calibri"/>
            </a:endParaRPr>
          </a:p>
          <a:p>
            <a:pPr fontAlgn="base"/>
            <a:br>
              <a:rPr lang="en-GB" sz="4000"/>
            </a:br>
            <a:r>
              <a:rPr lang="en-US" sz="4000"/>
              <a:t>​</a:t>
            </a:r>
            <a:endParaRPr lang="en-US" sz="4000">
              <a:ea typeface="Calibri"/>
              <a:cs typeface="Calibri"/>
            </a:endParaRPr>
          </a:p>
          <a:p>
            <a:endParaRPr lang="en-US" sz="4000">
              <a:solidFill>
                <a:srgbClr val="000000"/>
              </a:solidFill>
              <a:latin typeface="Calibri"/>
              <a:ea typeface="Calibri"/>
              <a:cs typeface="Calibri"/>
            </a:endParaRPr>
          </a:p>
          <a:p>
            <a:endParaRPr lang="en-US" sz="3600">
              <a:solidFill>
                <a:srgbClr val="C00000"/>
              </a:solidFill>
              <a:latin typeface="Arial" panose="020B0604020202020204" pitchFamily="34" charset="0"/>
              <a:ea typeface="Calibri"/>
              <a:cs typeface="Arial" panose="020B0604020202020204" pitchFamily="34" charset="0"/>
            </a:endParaRPr>
          </a:p>
          <a:p>
            <a:pPr fontAlgn="base"/>
            <a:endParaRPr lang="en-US" sz="4000">
              <a:ea typeface="Calibri"/>
              <a:cs typeface="Calibri"/>
            </a:endParaRPr>
          </a:p>
        </p:txBody>
      </p:sp>
      <p:sp>
        <p:nvSpPr>
          <p:cNvPr id="4" name="Slide Number Placeholder 3">
            <a:extLst>
              <a:ext uri="{FF2B5EF4-FFF2-40B4-BE49-F238E27FC236}">
                <a16:creationId xmlns:a16="http://schemas.microsoft.com/office/drawing/2014/main" id="{88DFFF4A-30E5-0227-4AE8-48D780E8AD62}"/>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9</a:t>
            </a:fld>
            <a:endParaRPr lang="en-US"/>
          </a:p>
        </p:txBody>
      </p:sp>
      <p:pic>
        <p:nvPicPr>
          <p:cNvPr id="8" name="Picture 7" descr="A collage of different animals&#10;&#10;AI-generated content may be incorrect.">
            <a:extLst>
              <a:ext uri="{FF2B5EF4-FFF2-40B4-BE49-F238E27FC236}">
                <a16:creationId xmlns:a16="http://schemas.microsoft.com/office/drawing/2014/main" id="{751AB17C-FFF9-1F89-7122-A65BA96A2705}"/>
              </a:ext>
            </a:extLst>
          </p:cNvPr>
          <p:cNvPicPr>
            <a:picLocks noChangeAspect="1"/>
          </p:cNvPicPr>
          <p:nvPr/>
        </p:nvPicPr>
        <p:blipFill>
          <a:blip r:embed="rId4"/>
          <a:stretch>
            <a:fillRect/>
          </a:stretch>
        </p:blipFill>
        <p:spPr>
          <a:xfrm>
            <a:off x="9276932" y="3571634"/>
            <a:ext cx="5914379" cy="4506164"/>
          </a:xfrm>
          <a:prstGeom prst="rect">
            <a:avLst/>
          </a:prstGeom>
        </p:spPr>
      </p:pic>
      <p:pic>
        <p:nvPicPr>
          <p:cNvPr id="6" name="Picture 5" descr="A collage of many squares&#10;&#10;AI-generated content may be incorrect.">
            <a:extLst>
              <a:ext uri="{FF2B5EF4-FFF2-40B4-BE49-F238E27FC236}">
                <a16:creationId xmlns:a16="http://schemas.microsoft.com/office/drawing/2014/main" id="{36289B7A-00BE-109F-DEC2-B17A597EF6CB}"/>
              </a:ext>
            </a:extLst>
          </p:cNvPr>
          <p:cNvPicPr>
            <a:picLocks noChangeAspect="1"/>
          </p:cNvPicPr>
          <p:nvPr/>
        </p:nvPicPr>
        <p:blipFill>
          <a:blip r:embed="rId5"/>
          <a:stretch>
            <a:fillRect/>
          </a:stretch>
        </p:blipFill>
        <p:spPr>
          <a:xfrm>
            <a:off x="2227096" y="3929564"/>
            <a:ext cx="5381625" cy="3781425"/>
          </a:xfrm>
          <a:prstGeom prst="rect">
            <a:avLst/>
          </a:prstGeom>
        </p:spPr>
      </p:pic>
      <p:sp>
        <p:nvSpPr>
          <p:cNvPr id="9" name="TextBox 8">
            <a:extLst>
              <a:ext uri="{FF2B5EF4-FFF2-40B4-BE49-F238E27FC236}">
                <a16:creationId xmlns:a16="http://schemas.microsoft.com/office/drawing/2014/main" id="{E628D900-E146-FFC3-AFBA-E837E4B6482E}"/>
              </a:ext>
            </a:extLst>
          </p:cNvPr>
          <p:cNvSpPr txBox="1"/>
          <p:nvPr/>
        </p:nvSpPr>
        <p:spPr>
          <a:xfrm>
            <a:off x="2843629" y="3159588"/>
            <a:ext cx="37238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ea typeface="Calibri"/>
                <a:cs typeface="Calibri"/>
              </a:rPr>
              <a:t>    DERMAMNIST</a:t>
            </a:r>
            <a:endParaRPr lang="en-GB" sz="3200"/>
          </a:p>
        </p:txBody>
      </p:sp>
      <p:sp>
        <p:nvSpPr>
          <p:cNvPr id="10" name="TextBox 9">
            <a:extLst>
              <a:ext uri="{FF2B5EF4-FFF2-40B4-BE49-F238E27FC236}">
                <a16:creationId xmlns:a16="http://schemas.microsoft.com/office/drawing/2014/main" id="{43779DCF-207B-B982-063C-586A4809927E}"/>
              </a:ext>
            </a:extLst>
          </p:cNvPr>
          <p:cNvSpPr txBox="1"/>
          <p:nvPr/>
        </p:nvSpPr>
        <p:spPr>
          <a:xfrm>
            <a:off x="11137802" y="2974423"/>
            <a:ext cx="258362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ea typeface="Calibri"/>
                <a:cs typeface="Calibri"/>
              </a:rPr>
              <a:t>    CIFAR-10</a:t>
            </a:r>
          </a:p>
        </p:txBody>
      </p:sp>
    </p:spTree>
    <p:extLst>
      <p:ext uri="{BB962C8B-B14F-4D97-AF65-F5344CB8AC3E}">
        <p14:creationId xmlns:p14="http://schemas.microsoft.com/office/powerpoint/2010/main" val="371645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38A64E0F-8303-4801-DA84-A4BF7612CA7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C020B0C-60C5-3E3B-FA1D-906E692E1B1F}"/>
              </a:ext>
            </a:extLst>
          </p:cNvPr>
          <p:cNvSpPr txBox="1"/>
          <p:nvPr/>
        </p:nvSpPr>
        <p:spPr>
          <a:xfrm>
            <a:off x="1098113" y="0"/>
            <a:ext cx="16363409" cy="1577932"/>
          </a:xfrm>
          <a:prstGeom prst="rect">
            <a:avLst/>
          </a:prstGeom>
        </p:spPr>
        <p:txBody>
          <a:bodyPr wrap="square" lIns="0" tIns="0" rIns="0" bIns="0" rtlCol="0" anchor="t">
            <a:spAutoFit/>
          </a:bodyPr>
          <a:lstStyle/>
          <a:p>
            <a:pPr>
              <a:lnSpc>
                <a:spcPts val="14011"/>
              </a:lnSpc>
            </a:pPr>
            <a:r>
              <a:rPr lang="en-US" sz="7200" b="1" spc="300">
                <a:solidFill>
                  <a:srgbClr val="C00000"/>
                </a:solidFill>
                <a:latin typeface="Univers Condensed"/>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9C272970-E328-F221-D2F4-E5A0F943A846}"/>
              </a:ext>
            </a:extLst>
          </p:cNvPr>
          <p:cNvSpPr/>
          <p:nvPr/>
        </p:nvSpPr>
        <p:spPr>
          <a:xfrm>
            <a:off x="15459685" y="788966"/>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59170777-1296-D90A-C2B6-75D76239EE7D}"/>
              </a:ext>
            </a:extLst>
          </p:cNvPr>
          <p:cNvSpPr>
            <a:spLocks noGrp="1"/>
          </p:cNvSpPr>
          <p:nvPr>
            <p:ph type="sldNum" sz="quarter" idx="12"/>
          </p:nvPr>
        </p:nvSpPr>
        <p:spPr>
          <a:xfrm>
            <a:off x="15327922" y="9315471"/>
            <a:ext cx="2133600" cy="365125"/>
          </a:xfrm>
        </p:spPr>
        <p:txBody>
          <a:bodyPr/>
          <a:lstStyle/>
          <a:p>
            <a:fld id="{B6F15528-21DE-4FAA-801E-634DDDAF4B2B}" type="slidenum">
              <a:rPr lang="en-US" smtClean="0"/>
              <a:pPr/>
              <a:t>10</a:t>
            </a:fld>
            <a:endParaRPr lang="en-US"/>
          </a:p>
        </p:txBody>
      </p:sp>
      <p:sp>
        <p:nvSpPr>
          <p:cNvPr id="8" name="TextBox 7">
            <a:extLst>
              <a:ext uri="{FF2B5EF4-FFF2-40B4-BE49-F238E27FC236}">
                <a16:creationId xmlns:a16="http://schemas.microsoft.com/office/drawing/2014/main" id="{C6978FC5-0BAC-417E-B780-79FF842FA50A}"/>
              </a:ext>
            </a:extLst>
          </p:cNvPr>
          <p:cNvSpPr txBox="1"/>
          <p:nvPr/>
        </p:nvSpPr>
        <p:spPr>
          <a:xfrm>
            <a:off x="913439" y="6817614"/>
            <a:ext cx="9144000" cy="646331"/>
          </a:xfrm>
          <a:prstGeom prst="rect">
            <a:avLst/>
          </a:prstGeom>
          <a:noFill/>
        </p:spPr>
        <p:txBody>
          <a:bodyPr wrap="square">
            <a:spAutoFit/>
          </a:bodyPr>
          <a:lstStyle/>
          <a:p>
            <a:r>
              <a:rPr lang="en-US" sz="3600" b="0" i="0">
                <a:solidFill>
                  <a:srgbClr val="C00000"/>
                </a:solidFill>
                <a:effectLst/>
                <a:latin typeface="Arial" panose="020B0604020202020204" pitchFamily="34" charset="0"/>
                <a:cs typeface="Arial" panose="020B0604020202020204" pitchFamily="34" charset="0"/>
              </a:rPr>
              <a:t>Evaluation Metrics</a:t>
            </a:r>
            <a:endParaRPr lang="en-US" sz="3600">
              <a:solidFill>
                <a:srgbClr val="C00000"/>
              </a:solidFill>
            </a:endParaRPr>
          </a:p>
        </p:txBody>
      </p:sp>
      <p:sp>
        <p:nvSpPr>
          <p:cNvPr id="5" name="TextBox 4">
            <a:extLst>
              <a:ext uri="{FF2B5EF4-FFF2-40B4-BE49-F238E27FC236}">
                <a16:creationId xmlns:a16="http://schemas.microsoft.com/office/drawing/2014/main" id="{B9B5A771-84C5-D494-3473-59FA7D84E37D}"/>
              </a:ext>
            </a:extLst>
          </p:cNvPr>
          <p:cNvSpPr txBox="1"/>
          <p:nvPr/>
        </p:nvSpPr>
        <p:spPr>
          <a:xfrm>
            <a:off x="1035312" y="2818857"/>
            <a:ext cx="9144000" cy="646331"/>
          </a:xfrm>
          <a:prstGeom prst="rect">
            <a:avLst/>
          </a:prstGeom>
          <a:noFill/>
        </p:spPr>
        <p:txBody>
          <a:bodyPr wrap="square" lIns="91440" tIns="45720" rIns="91440" bIns="45720" anchor="t">
            <a:spAutoFit/>
          </a:bodyPr>
          <a:lstStyle/>
          <a:p>
            <a:r>
              <a:rPr lang="en-US" sz="3600">
                <a:solidFill>
                  <a:srgbClr val="C00000"/>
                </a:solidFill>
                <a:ea typeface="+mn-lt"/>
                <a:cs typeface="+mn-lt"/>
              </a:rPr>
              <a:t>Techniques </a:t>
            </a:r>
            <a:r>
              <a:rPr lang="en-US" sz="3600">
                <a:solidFill>
                  <a:srgbClr val="C00000"/>
                </a:solidFill>
                <a:latin typeface="Arial"/>
                <a:cs typeface="Arial"/>
              </a:rPr>
              <a:t>compared</a:t>
            </a:r>
            <a:r>
              <a:rPr lang="en-US" sz="3600" b="0" i="0">
                <a:solidFill>
                  <a:srgbClr val="C00000"/>
                </a:solidFill>
                <a:effectLst/>
                <a:latin typeface="Arial"/>
                <a:cs typeface="Arial"/>
              </a:rPr>
              <a:t>:</a:t>
            </a:r>
            <a:endParaRPr lang="en-US" sz="3600">
              <a:solidFill>
                <a:srgbClr val="C00000"/>
              </a:solidFill>
              <a:latin typeface="Calibri"/>
              <a:ea typeface="Calibri"/>
              <a:cs typeface="Calibri"/>
            </a:endParaRPr>
          </a:p>
        </p:txBody>
      </p:sp>
      <p:sp>
        <p:nvSpPr>
          <p:cNvPr id="3" name="TextBox 2">
            <a:extLst>
              <a:ext uri="{FF2B5EF4-FFF2-40B4-BE49-F238E27FC236}">
                <a16:creationId xmlns:a16="http://schemas.microsoft.com/office/drawing/2014/main" id="{227C8312-2D6E-4EA2-0F7E-32648FEF45C4}"/>
              </a:ext>
            </a:extLst>
          </p:cNvPr>
          <p:cNvSpPr txBox="1"/>
          <p:nvPr/>
        </p:nvSpPr>
        <p:spPr>
          <a:xfrm>
            <a:off x="1064782" y="7469715"/>
            <a:ext cx="16371095"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200" b="1">
                <a:ea typeface="+mn-lt"/>
                <a:cs typeface="+mn-lt"/>
              </a:rPr>
              <a:t>Accuracy</a:t>
            </a:r>
            <a:r>
              <a:rPr lang="en-US" sz="3200">
                <a:ea typeface="+mn-lt"/>
                <a:cs typeface="+mn-lt"/>
              </a:rPr>
              <a:t> (for classification and unlearning performance)</a:t>
            </a:r>
            <a:endParaRPr lang="en-US" sz="3200">
              <a:ea typeface="Calibri"/>
              <a:cs typeface="Calibri"/>
            </a:endParaRPr>
          </a:p>
          <a:p>
            <a:pPr marL="285750" indent="-285750">
              <a:buFont typeface="Arial"/>
              <a:buChar char="•"/>
            </a:pPr>
            <a:r>
              <a:rPr lang="en-US" sz="3200" b="1">
                <a:ea typeface="+mn-lt"/>
                <a:cs typeface="+mn-lt"/>
              </a:rPr>
              <a:t>Expected Calibration Error </a:t>
            </a:r>
            <a:r>
              <a:rPr lang="en-US" sz="3200">
                <a:ea typeface="+mn-lt"/>
                <a:cs typeface="+mn-lt"/>
              </a:rPr>
              <a:t>(Measures the confidence of a model)</a:t>
            </a:r>
            <a:endParaRPr lang="en-US" sz="3200">
              <a:ea typeface="Calibri"/>
              <a:cs typeface="Calibri"/>
            </a:endParaRPr>
          </a:p>
          <a:p>
            <a:pPr marL="285750" indent="-285750">
              <a:buFont typeface="Arial"/>
              <a:buChar char="•"/>
            </a:pPr>
            <a:r>
              <a:rPr lang="en-US" sz="3200" b="1">
                <a:ea typeface="+mn-lt"/>
                <a:cs typeface="+mn-lt"/>
              </a:rPr>
              <a:t>Brier Score</a:t>
            </a:r>
            <a:r>
              <a:rPr lang="en-US" sz="3200">
                <a:ea typeface="+mn-lt"/>
                <a:cs typeface="+mn-lt"/>
              </a:rPr>
              <a:t> (measures calibration + prediction quality)</a:t>
            </a:r>
            <a:endParaRPr lang="en-US" sz="3200">
              <a:ea typeface="Calibri"/>
              <a:cs typeface="Calibri"/>
            </a:endParaRPr>
          </a:p>
          <a:p>
            <a:pPr marL="285750" indent="-285750">
              <a:buFont typeface="Arial"/>
              <a:buChar char="•"/>
            </a:pPr>
            <a:r>
              <a:rPr lang="en-US" sz="3200" b="1">
                <a:ea typeface="+mn-lt"/>
                <a:cs typeface="+mn-lt"/>
              </a:rPr>
              <a:t>Prediction Time</a:t>
            </a:r>
            <a:r>
              <a:rPr lang="en-US" sz="3200">
                <a:ea typeface="+mn-lt"/>
                <a:cs typeface="+mn-lt"/>
              </a:rPr>
              <a:t> (for unlearning performance)</a:t>
            </a:r>
            <a:endParaRPr lang="en-US" sz="3200">
              <a:ea typeface="Calibri"/>
              <a:cs typeface="Calibri"/>
            </a:endParaRPr>
          </a:p>
        </p:txBody>
      </p:sp>
      <p:sp>
        <p:nvSpPr>
          <p:cNvPr id="6" name="TextBox 5">
            <a:extLst>
              <a:ext uri="{FF2B5EF4-FFF2-40B4-BE49-F238E27FC236}">
                <a16:creationId xmlns:a16="http://schemas.microsoft.com/office/drawing/2014/main" id="{A9C02292-3E1A-A8A9-3F00-6FA9416338B7}"/>
              </a:ext>
            </a:extLst>
          </p:cNvPr>
          <p:cNvSpPr txBox="1"/>
          <p:nvPr/>
        </p:nvSpPr>
        <p:spPr>
          <a:xfrm>
            <a:off x="1184177" y="3466579"/>
            <a:ext cx="16608734"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mn-lt"/>
                <a:cs typeface="+mn-lt"/>
              </a:rPr>
              <a:t>Unlearning Methods: </a:t>
            </a:r>
            <a:r>
              <a:rPr lang="en-US" sz="3200">
                <a:ea typeface="+mn-lt"/>
                <a:cs typeface="+mn-lt"/>
              </a:rPr>
              <a:t>SISA, First-Order, and Fine-Tuning.</a:t>
            </a:r>
            <a:br>
              <a:rPr lang="en-US" sz="3200">
                <a:ea typeface="+mn-lt"/>
                <a:cs typeface="+mn-lt"/>
              </a:rPr>
            </a:br>
            <a:r>
              <a:rPr lang="en-US" sz="3200" b="1">
                <a:ea typeface="+mn-lt"/>
                <a:cs typeface="+mn-lt"/>
              </a:rPr>
              <a:t>Uncertainty Quantification Techniques:</a:t>
            </a:r>
            <a:endParaRPr lang="en-US" sz="3200" b="1">
              <a:ea typeface="Calibri"/>
              <a:cs typeface="Calibri"/>
            </a:endParaRPr>
          </a:p>
          <a:p>
            <a:pPr marL="457200" indent="-457200">
              <a:buFont typeface="Arial"/>
              <a:buChar char="•"/>
            </a:pPr>
            <a:r>
              <a:rPr lang="en-US" sz="3200">
                <a:ea typeface="+mn-lt"/>
                <a:cs typeface="+mn-lt"/>
              </a:rPr>
              <a:t>Deep Ensembles</a:t>
            </a:r>
            <a:endParaRPr lang="en-US" sz="3200" b="1">
              <a:ea typeface="+mn-lt"/>
              <a:cs typeface="+mn-lt"/>
            </a:endParaRPr>
          </a:p>
          <a:p>
            <a:pPr marL="457200" indent="-457200">
              <a:buFont typeface="Arial"/>
              <a:buChar char="•"/>
            </a:pPr>
            <a:r>
              <a:rPr lang="en-US" sz="3200" err="1">
                <a:ea typeface="+mn-lt"/>
                <a:cs typeface="+mn-lt"/>
              </a:rPr>
              <a:t>Softmax</a:t>
            </a:r>
            <a:endParaRPr lang="en-US" sz="3200">
              <a:ea typeface="+mn-lt"/>
              <a:cs typeface="+mn-lt"/>
            </a:endParaRPr>
          </a:p>
          <a:p>
            <a:pPr marL="457200" indent="-457200">
              <a:buFont typeface="Arial"/>
              <a:buChar char="•"/>
            </a:pPr>
            <a:r>
              <a:rPr lang="en-US" sz="3200">
                <a:ea typeface="+mn-lt"/>
                <a:cs typeface="+mn-lt"/>
              </a:rPr>
              <a:t>Temperature Scaling</a:t>
            </a:r>
          </a:p>
          <a:p>
            <a:pPr marL="457200" indent="-457200">
              <a:buFont typeface="Arial"/>
              <a:buChar char="•"/>
            </a:pPr>
            <a:r>
              <a:rPr lang="en-US" sz="3200">
                <a:ea typeface="+mn-lt"/>
                <a:cs typeface="+mn-lt"/>
              </a:rPr>
              <a:t>Monte Carlo Dropout</a:t>
            </a:r>
          </a:p>
        </p:txBody>
      </p:sp>
      <p:sp>
        <p:nvSpPr>
          <p:cNvPr id="9" name="TextBox 8">
            <a:extLst>
              <a:ext uri="{FF2B5EF4-FFF2-40B4-BE49-F238E27FC236}">
                <a16:creationId xmlns:a16="http://schemas.microsoft.com/office/drawing/2014/main" id="{39B0AF6D-F4AC-3118-B7E7-924E48431DC7}"/>
              </a:ext>
            </a:extLst>
          </p:cNvPr>
          <p:cNvSpPr txBox="1"/>
          <p:nvPr/>
        </p:nvSpPr>
        <p:spPr>
          <a:xfrm>
            <a:off x="1006266" y="1948356"/>
            <a:ext cx="1624203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latin typeface="Calibri"/>
              </a:rPr>
              <a:t>We use a Convolutional</a:t>
            </a:r>
            <a:r>
              <a:rPr lang="en-US" sz="3200" b="1" baseline="0">
                <a:latin typeface="Calibri"/>
              </a:rPr>
              <a:t> Neural Network (CNN) as the backbone model for all experiments.</a:t>
            </a:r>
            <a:endParaRPr lang="en-US" b="1">
              <a:ea typeface="Calibri"/>
              <a:cs typeface="Calibri"/>
            </a:endParaRPr>
          </a:p>
          <a:p>
            <a:pPr algn="ctr"/>
            <a:endParaRPr lang="en-US" b="1">
              <a:ea typeface="Calibri"/>
              <a:cs typeface="Calibri"/>
            </a:endParaRPr>
          </a:p>
        </p:txBody>
      </p:sp>
    </p:spTree>
    <p:extLst>
      <p:ext uri="{BB962C8B-B14F-4D97-AF65-F5344CB8AC3E}">
        <p14:creationId xmlns:p14="http://schemas.microsoft.com/office/powerpoint/2010/main" val="1695331701"/>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0EDA8BA3-388E-48F5-9EDA-2B7B4147804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4E0047C-7EA3-E533-91E5-FFEC4668A215}"/>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sym typeface="Univers LT Std 2"/>
              </a:rPr>
              <a:t>Experimental Design</a:t>
            </a:r>
          </a:p>
        </p:txBody>
      </p:sp>
      <p:sp>
        <p:nvSpPr>
          <p:cNvPr id="7" name="Freeform 7">
            <a:extLst>
              <a:ext uri="{FF2B5EF4-FFF2-40B4-BE49-F238E27FC236}">
                <a16:creationId xmlns:a16="http://schemas.microsoft.com/office/drawing/2014/main" id="{0242BF2F-609D-5888-A9AE-2BC4FFBB0E41}"/>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0AD118B1-24DE-B5A2-A42B-8F4535600937}"/>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11</a:t>
            </a:fld>
            <a:endParaRPr lang="en-US"/>
          </a:p>
        </p:txBody>
      </p:sp>
      <p:sp>
        <p:nvSpPr>
          <p:cNvPr id="5" name="TextBox 8">
            <a:extLst>
              <a:ext uri="{FF2B5EF4-FFF2-40B4-BE49-F238E27FC236}">
                <a16:creationId xmlns:a16="http://schemas.microsoft.com/office/drawing/2014/main" id="{9C85F91F-B62B-13D5-4705-A65A1E9BD9D2}"/>
              </a:ext>
            </a:extLst>
          </p:cNvPr>
          <p:cNvSpPr txBox="1"/>
          <p:nvPr/>
        </p:nvSpPr>
        <p:spPr>
          <a:xfrm>
            <a:off x="1114548" y="2797971"/>
            <a:ext cx="91440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0" i="0">
                <a:solidFill>
                  <a:srgbClr val="C00000"/>
                </a:solidFill>
                <a:effectLst/>
                <a:latin typeface="Arial" panose="020B0604020202020204" pitchFamily="34" charset="0"/>
                <a:cs typeface="Arial" panose="020B0604020202020204" pitchFamily="34" charset="0"/>
              </a:rPr>
              <a:t>Statistical test:</a:t>
            </a:r>
            <a:endParaRPr lang="en-US" sz="3600">
              <a:solidFill>
                <a:srgbClr val="C00000"/>
              </a:solidFill>
            </a:endParaRPr>
          </a:p>
        </p:txBody>
      </p:sp>
      <p:sp>
        <p:nvSpPr>
          <p:cNvPr id="8" name="TextBox 7">
            <a:extLst>
              <a:ext uri="{FF2B5EF4-FFF2-40B4-BE49-F238E27FC236}">
                <a16:creationId xmlns:a16="http://schemas.microsoft.com/office/drawing/2014/main" id="{EE5BD9B0-1F31-F05B-1CC2-ACB0DF97EFDC}"/>
              </a:ext>
            </a:extLst>
          </p:cNvPr>
          <p:cNvSpPr txBox="1"/>
          <p:nvPr/>
        </p:nvSpPr>
        <p:spPr>
          <a:xfrm>
            <a:off x="1129520" y="3451060"/>
            <a:ext cx="16451188" cy="21852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400">
                <a:ea typeface="+mn-lt"/>
                <a:cs typeface="+mn-lt"/>
              </a:rPr>
              <a:t>We use a </a:t>
            </a:r>
            <a:r>
              <a:rPr lang="en-US" sz="3400" b="1">
                <a:ea typeface="+mn-lt"/>
                <a:cs typeface="+mn-lt"/>
              </a:rPr>
              <a:t>simple comparison test</a:t>
            </a:r>
            <a:r>
              <a:rPr lang="en-US" sz="3400">
                <a:ea typeface="+mn-lt"/>
                <a:cs typeface="+mn-lt"/>
              </a:rPr>
              <a:t> across three repeated runs to see whether the changes, after applying each unlearning method, are real or just due to randomness.</a:t>
            </a:r>
            <a:endParaRPr lang="en-US" sz="3400">
              <a:ea typeface="Calibri"/>
              <a:cs typeface="Calibri"/>
            </a:endParaRPr>
          </a:p>
          <a:p>
            <a:pPr marL="285750" indent="-285750">
              <a:buFont typeface="Arial"/>
              <a:buChar char="•"/>
            </a:pPr>
            <a:r>
              <a:rPr lang="en-US" sz="3400">
                <a:ea typeface="+mn-lt"/>
                <a:cs typeface="+mn-lt"/>
              </a:rPr>
              <a:t>These tests are done </a:t>
            </a:r>
            <a:r>
              <a:rPr lang="en-US" sz="3400" b="1">
                <a:ea typeface="+mn-lt"/>
                <a:cs typeface="+mn-lt"/>
              </a:rPr>
              <a:t>separately for each dataset, each unlearning method, and uncertainty quantification method.</a:t>
            </a:r>
            <a:endParaRPr lang="en-US" sz="3400">
              <a:ea typeface="+mn-lt"/>
              <a:cs typeface="+mn-lt"/>
            </a:endParaRPr>
          </a:p>
        </p:txBody>
      </p:sp>
      <p:sp>
        <p:nvSpPr>
          <p:cNvPr id="9" name="TextBox 8">
            <a:extLst>
              <a:ext uri="{FF2B5EF4-FFF2-40B4-BE49-F238E27FC236}">
                <a16:creationId xmlns:a16="http://schemas.microsoft.com/office/drawing/2014/main" id="{769B1B83-75CA-E411-F893-BB38A8FF374D}"/>
              </a:ext>
            </a:extLst>
          </p:cNvPr>
          <p:cNvSpPr txBox="1"/>
          <p:nvPr/>
        </p:nvSpPr>
        <p:spPr>
          <a:xfrm>
            <a:off x="977336" y="1958083"/>
            <a:ext cx="1681289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a:ea typeface="+mn-lt"/>
                <a:cs typeface="+mn-lt"/>
              </a:rPr>
              <a:t>We want to determine if the differences we observe are </a:t>
            </a:r>
            <a:r>
              <a:rPr lang="en-US" sz="3400" b="1">
                <a:ea typeface="+mn-lt"/>
                <a:cs typeface="+mn-lt"/>
              </a:rPr>
              <a:t>real</a:t>
            </a:r>
            <a:r>
              <a:rPr lang="en-US" sz="3400">
                <a:ea typeface="+mn-lt"/>
                <a:cs typeface="+mn-lt"/>
              </a:rPr>
              <a:t> or just noise from random seeds.</a:t>
            </a:r>
            <a:endParaRPr lang="en-US"/>
          </a:p>
        </p:txBody>
      </p:sp>
      <p:sp>
        <p:nvSpPr>
          <p:cNvPr id="3" name="TextBox 5">
            <a:extLst>
              <a:ext uri="{FF2B5EF4-FFF2-40B4-BE49-F238E27FC236}">
                <a16:creationId xmlns:a16="http://schemas.microsoft.com/office/drawing/2014/main" id="{850AB15A-2D60-4CED-6AD6-EEC33A7B9163}"/>
              </a:ext>
            </a:extLst>
          </p:cNvPr>
          <p:cNvSpPr txBox="1"/>
          <p:nvPr/>
        </p:nvSpPr>
        <p:spPr>
          <a:xfrm>
            <a:off x="1099870" y="6900515"/>
            <a:ext cx="16451188" cy="270843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 typeface="Arial"/>
              <a:buChar char="•"/>
            </a:pPr>
            <a:r>
              <a:rPr lang="en-US" sz="3400">
                <a:ea typeface="+mn-lt"/>
                <a:cs typeface="+mn-lt"/>
              </a:rPr>
              <a:t>Neural networks don’t produce identical results every training run.</a:t>
            </a:r>
          </a:p>
          <a:p>
            <a:pPr marL="457200" indent="-457200">
              <a:buFont typeface="Arial"/>
              <a:buChar char="•"/>
            </a:pPr>
            <a:r>
              <a:rPr lang="en-US" sz="3400">
                <a:ea typeface="+mn-lt"/>
                <a:cs typeface="+mn-lt"/>
              </a:rPr>
              <a:t>A metric change could be noise in the data set, random starting point of training data, random ordering of training data, etc.</a:t>
            </a:r>
          </a:p>
          <a:p>
            <a:pPr marL="457200" indent="-457200">
              <a:buFont typeface="Arial"/>
              <a:buChar char="•"/>
            </a:pPr>
            <a:r>
              <a:rPr lang="en-US" sz="3400">
                <a:ea typeface="+mn-lt"/>
                <a:cs typeface="+mn-lt"/>
              </a:rPr>
              <a:t>This is why we need to test the model multiple times and come to conclusions after looking at all the results.</a:t>
            </a:r>
          </a:p>
        </p:txBody>
      </p:sp>
      <p:sp>
        <p:nvSpPr>
          <p:cNvPr id="6" name="TextBox 8">
            <a:extLst>
              <a:ext uri="{FF2B5EF4-FFF2-40B4-BE49-F238E27FC236}">
                <a16:creationId xmlns:a16="http://schemas.microsoft.com/office/drawing/2014/main" id="{14184B65-DC2D-D914-29CA-E38EA0608709}"/>
              </a:ext>
            </a:extLst>
          </p:cNvPr>
          <p:cNvSpPr txBox="1"/>
          <p:nvPr/>
        </p:nvSpPr>
        <p:spPr>
          <a:xfrm>
            <a:off x="1095800" y="6049975"/>
            <a:ext cx="9144000" cy="64633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a:solidFill>
                  <a:srgbClr val="C00000"/>
                </a:solidFill>
                <a:latin typeface="Arial"/>
                <a:cs typeface="Arial"/>
              </a:rPr>
              <a:t>Why we use these statistical tests:</a:t>
            </a:r>
            <a:endParaRPr lang="en-US"/>
          </a:p>
        </p:txBody>
      </p:sp>
    </p:spTree>
    <p:extLst>
      <p:ext uri="{BB962C8B-B14F-4D97-AF65-F5344CB8AC3E}">
        <p14:creationId xmlns:p14="http://schemas.microsoft.com/office/powerpoint/2010/main" val="188495485"/>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6EAE763C-1D75-B71E-1C5A-E5723D04DE4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D78519F-69DC-8B49-8E46-F02222EC12C4}"/>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8032ED8D-502F-DF02-04A0-15F0541E2F91}"/>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ACE2DC98-F7E4-BE2A-0842-ACECA66AEC9B}"/>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12</a:t>
            </a:fld>
            <a:endParaRPr lang="en-US"/>
          </a:p>
        </p:txBody>
      </p:sp>
      <p:sp>
        <p:nvSpPr>
          <p:cNvPr id="15" name="TextBox 14">
            <a:extLst>
              <a:ext uri="{FF2B5EF4-FFF2-40B4-BE49-F238E27FC236}">
                <a16:creationId xmlns:a16="http://schemas.microsoft.com/office/drawing/2014/main" id="{1CD473A5-8288-C1C8-9770-1968ACF3893A}"/>
              </a:ext>
            </a:extLst>
          </p:cNvPr>
          <p:cNvSpPr txBox="1"/>
          <p:nvPr/>
        </p:nvSpPr>
        <p:spPr>
          <a:xfrm>
            <a:off x="640537" y="1755226"/>
            <a:ext cx="1348352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rgbClr val="C00000"/>
                </a:solidFill>
                <a:latin typeface="Arial"/>
              </a:rPr>
              <a:t>Question 1: </a:t>
            </a:r>
            <a:r>
              <a:rPr lang="en-US" sz="3600">
                <a:solidFill>
                  <a:srgbClr val="C00000"/>
                </a:solidFill>
                <a:ea typeface="+mn-lt"/>
                <a:cs typeface="+mn-lt"/>
              </a:rPr>
              <a:t>Do unlearning methods produce different uncertainty?</a:t>
            </a:r>
            <a:endParaRPr lang="en-US" sz="3600">
              <a:latin typeface="Arial"/>
              <a:cs typeface="Arial"/>
            </a:endParaRPr>
          </a:p>
          <a:p>
            <a:endParaRPr lang="en-US" sz="3600">
              <a:solidFill>
                <a:srgbClr val="C00000"/>
              </a:solidFill>
              <a:ea typeface="Calibri"/>
              <a:cs typeface="Calibri"/>
            </a:endParaRPr>
          </a:p>
          <a:p>
            <a:pPr algn="ctr"/>
            <a:endParaRPr lang="en-US">
              <a:ea typeface="Calibri"/>
              <a:cs typeface="Calibri"/>
            </a:endParaRPr>
          </a:p>
        </p:txBody>
      </p:sp>
      <p:sp>
        <p:nvSpPr>
          <p:cNvPr id="8" name="TextBox 7">
            <a:extLst>
              <a:ext uri="{FF2B5EF4-FFF2-40B4-BE49-F238E27FC236}">
                <a16:creationId xmlns:a16="http://schemas.microsoft.com/office/drawing/2014/main" id="{9C7F27AE-9645-A106-59E1-7C3958E930E3}"/>
              </a:ext>
            </a:extLst>
          </p:cNvPr>
          <p:cNvSpPr txBox="1"/>
          <p:nvPr/>
        </p:nvSpPr>
        <p:spPr>
          <a:xfrm>
            <a:off x="218071" y="5828107"/>
            <a:ext cx="16365509"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2800" b="1">
              <a:ea typeface="Calibri"/>
              <a:cs typeface="Calibri"/>
            </a:endParaRPr>
          </a:p>
          <a:p>
            <a:r>
              <a:rPr lang="en-GB" sz="2800" b="1">
                <a:ea typeface="Calibri"/>
                <a:cs typeface="Calibri"/>
              </a:rPr>
              <a:t>Findings:</a:t>
            </a:r>
          </a:p>
          <a:p>
            <a:pPr marL="285750" indent="-285750">
              <a:buFont typeface="Arial"/>
              <a:buChar char="•"/>
            </a:pPr>
            <a:r>
              <a:rPr lang="en-GB" sz="2800" b="1">
                <a:ea typeface="+mn-lt"/>
                <a:cs typeface="+mn-lt"/>
              </a:rPr>
              <a:t>None</a:t>
            </a:r>
            <a:r>
              <a:rPr lang="en-GB" sz="2800">
                <a:ea typeface="+mn-lt"/>
                <a:cs typeface="+mn-lt"/>
              </a:rPr>
              <a:t> of the methods were extremely effective at machine unlearning, as all techniques—including First Order and Fine Tuning—failed to drive the accuracy of the unlearned data significantly below the model's overall utility level of approximately 68%.</a:t>
            </a:r>
            <a:endParaRPr lang="en-GB" sz="2800">
              <a:ea typeface="Calibri"/>
              <a:cs typeface="Calibri"/>
            </a:endParaRPr>
          </a:p>
          <a:p>
            <a:pPr marL="285750" indent="-285750">
              <a:buFont typeface="Arial"/>
              <a:buChar char="•"/>
            </a:pPr>
            <a:r>
              <a:rPr lang="en-GB" sz="2800" b="1">
                <a:ea typeface="Calibri"/>
                <a:cs typeface="Calibri"/>
              </a:rPr>
              <a:t>SISA</a:t>
            </a:r>
            <a:r>
              <a:rPr lang="en-GB" sz="2800">
                <a:ea typeface="Calibri"/>
                <a:cs typeface="Calibri"/>
              </a:rPr>
              <a:t> was the most robust as it achieved the highest accuracy on the unlearned class and the retained classes, showing that it protects utility even though it might potentially hinder the unlearning process.</a:t>
            </a:r>
          </a:p>
          <a:p>
            <a:pPr marL="285750" indent="-285750">
              <a:buFont typeface="Arial"/>
              <a:buChar char="•"/>
            </a:pPr>
            <a:r>
              <a:rPr lang="en-GB" sz="2800" b="1">
                <a:ea typeface="+mn-lt"/>
                <a:cs typeface="+mn-lt"/>
              </a:rPr>
              <a:t>Fine-Tuning</a:t>
            </a:r>
            <a:r>
              <a:rPr lang="en-GB" sz="2800">
                <a:ea typeface="+mn-lt"/>
                <a:cs typeface="+mn-lt"/>
              </a:rPr>
              <a:t> is the most computationally efficient unlearning technique, requiring the least unlearning time (48.88 seconds), while the SISA framework incurs the highest cost (293.3 seconds) due to its dependency on training multiple model shards.</a:t>
            </a:r>
            <a:br>
              <a:rPr lang="en-GB" sz="2800">
                <a:ea typeface="Calibri"/>
                <a:cs typeface="Calibri"/>
              </a:rPr>
            </a:br>
            <a:endParaRPr lang="en-GB">
              <a:ea typeface="Calibri"/>
              <a:cs typeface="Calibri"/>
            </a:endParaRPr>
          </a:p>
        </p:txBody>
      </p:sp>
      <p:graphicFrame>
        <p:nvGraphicFramePr>
          <p:cNvPr id="10" name="Table 9">
            <a:extLst>
              <a:ext uri="{FF2B5EF4-FFF2-40B4-BE49-F238E27FC236}">
                <a16:creationId xmlns:a16="http://schemas.microsoft.com/office/drawing/2014/main" id="{34B7350D-6A5F-FD92-A108-D94CD1CDEA9D}"/>
              </a:ext>
            </a:extLst>
          </p:cNvPr>
          <p:cNvGraphicFramePr>
            <a:graphicFrameLocks noGrp="1"/>
          </p:cNvGraphicFramePr>
          <p:nvPr>
            <p:extLst>
              <p:ext uri="{D42A27DB-BD31-4B8C-83A1-F6EECF244321}">
                <p14:modId xmlns:p14="http://schemas.microsoft.com/office/powerpoint/2010/main" val="2227193610"/>
              </p:ext>
            </p:extLst>
          </p:nvPr>
        </p:nvGraphicFramePr>
        <p:xfrm>
          <a:off x="785249" y="2573487"/>
          <a:ext cx="13487925" cy="3687614"/>
        </p:xfrm>
        <a:graphic>
          <a:graphicData uri="http://schemas.openxmlformats.org/drawingml/2006/table">
            <a:tbl>
              <a:tblPr firstRow="1" bandRow="1">
                <a:tableStyleId>{5C22544A-7EE6-4342-B048-85BDC9FD1C3A}</a:tableStyleId>
              </a:tblPr>
              <a:tblGrid>
                <a:gridCol w="2697585">
                  <a:extLst>
                    <a:ext uri="{9D8B030D-6E8A-4147-A177-3AD203B41FA5}">
                      <a16:colId xmlns:a16="http://schemas.microsoft.com/office/drawing/2014/main" val="1093410786"/>
                    </a:ext>
                  </a:extLst>
                </a:gridCol>
                <a:gridCol w="2697585">
                  <a:extLst>
                    <a:ext uri="{9D8B030D-6E8A-4147-A177-3AD203B41FA5}">
                      <a16:colId xmlns:a16="http://schemas.microsoft.com/office/drawing/2014/main" val="1345297531"/>
                    </a:ext>
                  </a:extLst>
                </a:gridCol>
                <a:gridCol w="2697585">
                  <a:extLst>
                    <a:ext uri="{9D8B030D-6E8A-4147-A177-3AD203B41FA5}">
                      <a16:colId xmlns:a16="http://schemas.microsoft.com/office/drawing/2014/main" val="2155198460"/>
                    </a:ext>
                  </a:extLst>
                </a:gridCol>
                <a:gridCol w="2697585">
                  <a:extLst>
                    <a:ext uri="{9D8B030D-6E8A-4147-A177-3AD203B41FA5}">
                      <a16:colId xmlns:a16="http://schemas.microsoft.com/office/drawing/2014/main" val="3252445867"/>
                    </a:ext>
                  </a:extLst>
                </a:gridCol>
                <a:gridCol w="2697585">
                  <a:extLst>
                    <a:ext uri="{9D8B030D-6E8A-4147-A177-3AD203B41FA5}">
                      <a16:colId xmlns:a16="http://schemas.microsoft.com/office/drawing/2014/main" val="790720239"/>
                    </a:ext>
                  </a:extLst>
                </a:gridCol>
              </a:tblGrid>
              <a:tr h="526802">
                <a:tc>
                  <a:txBody>
                    <a:bodyPr/>
                    <a:lstStyle/>
                    <a:p>
                      <a:r>
                        <a:rPr lang="en-GB"/>
                        <a:t>Method</a:t>
                      </a:r>
                    </a:p>
                  </a:txBody>
                  <a:tcPr/>
                </a:tc>
                <a:tc>
                  <a:txBody>
                    <a:bodyPr/>
                    <a:lstStyle/>
                    <a:p>
                      <a:r>
                        <a:rPr lang="en-GB"/>
                        <a:t>Data Set</a:t>
                      </a:r>
                    </a:p>
                  </a:txBody>
                  <a:tcPr/>
                </a:tc>
                <a:tc>
                  <a:txBody>
                    <a:bodyPr/>
                    <a:lstStyle/>
                    <a:p>
                      <a:r>
                        <a:rPr lang="en-GB"/>
                        <a:t>Accuracy</a:t>
                      </a:r>
                    </a:p>
                  </a:txBody>
                  <a:tcPr/>
                </a:tc>
                <a:tc>
                  <a:txBody>
                    <a:bodyPr/>
                    <a:lstStyle/>
                    <a:p>
                      <a:r>
                        <a:rPr lang="en-GB"/>
                        <a:t>Unlearning Time(s)</a:t>
                      </a:r>
                    </a:p>
                  </a:txBody>
                  <a:tcPr/>
                </a:tc>
                <a:tc>
                  <a:txBody>
                    <a:bodyPr/>
                    <a:lstStyle/>
                    <a:p>
                      <a:r>
                        <a:rPr lang="en-GB"/>
                        <a:t>Prediction Time(s)</a:t>
                      </a:r>
                    </a:p>
                  </a:txBody>
                  <a:tcPr/>
                </a:tc>
                <a:extLst>
                  <a:ext uri="{0D108BD9-81ED-4DB2-BD59-A6C34878D82A}">
                    <a16:rowId xmlns:a16="http://schemas.microsoft.com/office/drawing/2014/main" val="2724114262"/>
                  </a:ext>
                </a:extLst>
              </a:tr>
              <a:tr h="526802">
                <a:tc>
                  <a:txBody>
                    <a:bodyPr/>
                    <a:lstStyle/>
                    <a:p>
                      <a:r>
                        <a:rPr lang="en-GB" sz="2400"/>
                        <a:t>Fine-Tuning</a:t>
                      </a:r>
                      <a:endParaRPr lang="en-US"/>
                    </a:p>
                  </a:txBody>
                  <a:tcPr/>
                </a:tc>
                <a:tc>
                  <a:txBody>
                    <a:bodyPr/>
                    <a:lstStyle/>
                    <a:p>
                      <a:r>
                        <a:rPr lang="en-GB" sz="2400"/>
                        <a:t>Unlearn class</a:t>
                      </a:r>
                      <a:endParaRPr lang="en-GB" sz="2400" err="1"/>
                    </a:p>
                  </a:txBody>
                  <a:tcPr/>
                </a:tc>
                <a:tc>
                  <a:txBody>
                    <a:bodyPr/>
                    <a:lstStyle/>
                    <a:p>
                      <a:pPr lvl="0">
                        <a:buNone/>
                      </a:pPr>
                      <a:r>
                        <a:rPr lang="en-GB" sz="2000" b="0" i="0" u="none" strike="noStrike" noProof="0">
                          <a:solidFill>
                            <a:srgbClr val="1F1F1F"/>
                          </a:solidFill>
                          <a:latin typeface="Calibri"/>
                        </a:rPr>
                        <a:t>0.6970 ± 0.0255</a:t>
                      </a:r>
                      <a:endParaRPr lang="en-US" sz="2000"/>
                    </a:p>
                  </a:txBody>
                  <a:tcPr/>
                </a:tc>
                <a:tc>
                  <a:txBody>
                    <a:bodyPr/>
                    <a:lstStyle/>
                    <a:p>
                      <a:r>
                        <a:rPr lang="en-GB" sz="2000"/>
                        <a:t>48.88</a:t>
                      </a:r>
                    </a:p>
                  </a:txBody>
                  <a:tcPr/>
                </a:tc>
                <a:tc>
                  <a:txBody>
                    <a:bodyPr/>
                    <a:lstStyle/>
                    <a:p>
                      <a:r>
                        <a:rPr lang="en-GB" sz="2000"/>
                        <a:t>2.1</a:t>
                      </a:r>
                    </a:p>
                  </a:txBody>
                  <a:tcPr/>
                </a:tc>
                <a:extLst>
                  <a:ext uri="{0D108BD9-81ED-4DB2-BD59-A6C34878D82A}">
                    <a16:rowId xmlns:a16="http://schemas.microsoft.com/office/drawing/2014/main" val="761358171"/>
                  </a:ext>
                </a:extLst>
              </a:tr>
              <a:tr h="526802">
                <a:tc>
                  <a:txBody>
                    <a:bodyPr/>
                    <a:lstStyle/>
                    <a:p>
                      <a:r>
                        <a:rPr lang="en-GB" sz="2400"/>
                        <a:t>Fine-Tuning</a:t>
                      </a:r>
                    </a:p>
                  </a:txBody>
                  <a:tcPr/>
                </a:tc>
                <a:tc>
                  <a:txBody>
                    <a:bodyPr/>
                    <a:lstStyle/>
                    <a:p>
                      <a:r>
                        <a:rPr lang="en-GB" sz="2400"/>
                        <a:t>Retain class</a:t>
                      </a:r>
                      <a:endParaRPr lang="en-GB" sz="2400" err="1"/>
                    </a:p>
                  </a:txBody>
                  <a:tcPr/>
                </a:tc>
                <a:tc>
                  <a:txBody>
                    <a:bodyPr/>
                    <a:lstStyle/>
                    <a:p>
                      <a:pPr lvl="0">
                        <a:buNone/>
                      </a:pPr>
                      <a:r>
                        <a:rPr lang="en-GB" sz="2000" b="0" i="0" u="none" strike="noStrike" noProof="0">
                          <a:solidFill>
                            <a:srgbClr val="1F1F1F"/>
                          </a:solidFill>
                          <a:latin typeface="Calibri"/>
                        </a:rPr>
                        <a:t>0.6704 ± 0.0061</a:t>
                      </a:r>
                      <a:endParaRPr lang="en-US" sz="2000"/>
                    </a:p>
                  </a:txBody>
                  <a:tcPr/>
                </a:tc>
                <a:tc>
                  <a:txBody>
                    <a:bodyPr/>
                    <a:lstStyle/>
                    <a:p>
                      <a:r>
                        <a:rPr lang="en-GB" sz="2000"/>
                        <a:t>48.88</a:t>
                      </a:r>
                    </a:p>
                  </a:txBody>
                  <a:tcPr/>
                </a:tc>
                <a:tc>
                  <a:txBody>
                    <a:bodyPr/>
                    <a:lstStyle/>
                    <a:p>
                      <a:r>
                        <a:rPr lang="en-GB" sz="2000"/>
                        <a:t>2.1</a:t>
                      </a:r>
                    </a:p>
                  </a:txBody>
                  <a:tcPr/>
                </a:tc>
                <a:extLst>
                  <a:ext uri="{0D108BD9-81ED-4DB2-BD59-A6C34878D82A}">
                    <a16:rowId xmlns:a16="http://schemas.microsoft.com/office/drawing/2014/main" val="616243474"/>
                  </a:ext>
                </a:extLst>
              </a:tr>
              <a:tr h="526802">
                <a:tc>
                  <a:txBody>
                    <a:bodyPr/>
                    <a:lstStyle/>
                    <a:p>
                      <a:r>
                        <a:rPr lang="en-GB" sz="2400"/>
                        <a:t>First-Order</a:t>
                      </a:r>
                    </a:p>
                  </a:txBody>
                  <a:tcPr/>
                </a:tc>
                <a:tc>
                  <a:txBody>
                    <a:bodyPr/>
                    <a:lstStyle/>
                    <a:p>
                      <a:pPr lvl="0">
                        <a:buNone/>
                      </a:pPr>
                      <a:r>
                        <a:rPr lang="en-GB" sz="2400" b="0" i="0" u="none" strike="noStrike" noProof="0">
                          <a:solidFill>
                            <a:srgbClr val="000000"/>
                          </a:solidFill>
                          <a:latin typeface="Calibri"/>
                        </a:rPr>
                        <a:t>Unlearn class</a:t>
                      </a:r>
                      <a:endParaRPr lang="en-US" sz="2400"/>
                    </a:p>
                  </a:txBody>
                  <a:tcPr/>
                </a:tc>
                <a:tc>
                  <a:txBody>
                    <a:bodyPr/>
                    <a:lstStyle/>
                    <a:p>
                      <a:pPr lvl="0">
                        <a:buNone/>
                      </a:pPr>
                      <a:r>
                        <a:rPr lang="en-GB" sz="2000" b="0" i="0" u="none" strike="noStrike" noProof="0">
                          <a:solidFill>
                            <a:srgbClr val="1F1F1F"/>
                          </a:solidFill>
                        </a:rPr>
                        <a:t>0.6847 ± 0.0176</a:t>
                      </a:r>
                      <a:endParaRPr lang="en-US" sz="2000"/>
                    </a:p>
                  </a:txBody>
                  <a:tcPr/>
                </a:tc>
                <a:tc>
                  <a:txBody>
                    <a:bodyPr/>
                    <a:lstStyle/>
                    <a:p>
                      <a:r>
                        <a:rPr lang="en-GB" sz="2000"/>
                        <a:t>50.28</a:t>
                      </a:r>
                    </a:p>
                  </a:txBody>
                  <a:tcPr/>
                </a:tc>
                <a:tc>
                  <a:txBody>
                    <a:bodyPr/>
                    <a:lstStyle/>
                    <a:p>
                      <a:r>
                        <a:rPr lang="en-GB" sz="2000"/>
                        <a:t>2.25</a:t>
                      </a:r>
                    </a:p>
                  </a:txBody>
                  <a:tcPr/>
                </a:tc>
                <a:extLst>
                  <a:ext uri="{0D108BD9-81ED-4DB2-BD59-A6C34878D82A}">
                    <a16:rowId xmlns:a16="http://schemas.microsoft.com/office/drawing/2014/main" val="4018684500"/>
                  </a:ext>
                </a:extLst>
              </a:tr>
              <a:tr h="526802">
                <a:tc>
                  <a:txBody>
                    <a:bodyPr/>
                    <a:lstStyle/>
                    <a:p>
                      <a:r>
                        <a:rPr lang="en-GB" sz="2400"/>
                        <a:t>First-Order</a:t>
                      </a:r>
                      <a:endParaRPr lang="en-US"/>
                    </a:p>
                  </a:txBody>
                  <a:tcPr/>
                </a:tc>
                <a:tc>
                  <a:txBody>
                    <a:bodyPr/>
                    <a:lstStyle/>
                    <a:p>
                      <a:r>
                        <a:rPr lang="en-GB" sz="2400"/>
                        <a:t>Retain class</a:t>
                      </a:r>
                      <a:endParaRPr lang="en-GB" sz="2400" err="1"/>
                    </a:p>
                  </a:txBody>
                  <a:tcPr/>
                </a:tc>
                <a:tc>
                  <a:txBody>
                    <a:bodyPr/>
                    <a:lstStyle/>
                    <a:p>
                      <a:pPr lvl="0">
                        <a:buNone/>
                      </a:pPr>
                      <a:r>
                        <a:rPr lang="en-GB" sz="2000" b="0" i="0" u="none" strike="noStrike" noProof="0">
                          <a:solidFill>
                            <a:srgbClr val="1F1F1F"/>
                          </a:solidFill>
                          <a:latin typeface="Calibri"/>
                        </a:rPr>
                        <a:t>0.6714 ± 0.0008</a:t>
                      </a:r>
                      <a:endParaRPr lang="en-US" sz="2000"/>
                    </a:p>
                  </a:txBody>
                  <a:tcPr/>
                </a:tc>
                <a:tc>
                  <a:txBody>
                    <a:bodyPr/>
                    <a:lstStyle/>
                    <a:p>
                      <a:r>
                        <a:rPr lang="en-GB" sz="2000"/>
                        <a:t>50.28</a:t>
                      </a:r>
                    </a:p>
                  </a:txBody>
                  <a:tcPr/>
                </a:tc>
                <a:tc>
                  <a:txBody>
                    <a:bodyPr/>
                    <a:lstStyle/>
                    <a:p>
                      <a:r>
                        <a:rPr lang="en-GB" sz="2000"/>
                        <a:t>2.25</a:t>
                      </a:r>
                    </a:p>
                  </a:txBody>
                  <a:tcPr/>
                </a:tc>
                <a:extLst>
                  <a:ext uri="{0D108BD9-81ED-4DB2-BD59-A6C34878D82A}">
                    <a16:rowId xmlns:a16="http://schemas.microsoft.com/office/drawing/2014/main" val="2468986702"/>
                  </a:ext>
                </a:extLst>
              </a:tr>
              <a:tr h="526802">
                <a:tc>
                  <a:txBody>
                    <a:bodyPr/>
                    <a:lstStyle/>
                    <a:p>
                      <a:r>
                        <a:rPr lang="en-GB" sz="2400"/>
                        <a:t>SISA</a:t>
                      </a:r>
                    </a:p>
                  </a:txBody>
                  <a:tcPr/>
                </a:tc>
                <a:tc>
                  <a:txBody>
                    <a:bodyPr/>
                    <a:lstStyle/>
                    <a:p>
                      <a:pPr lvl="0">
                        <a:buNone/>
                      </a:pPr>
                      <a:r>
                        <a:rPr lang="en-GB" sz="2400" b="0" i="0" u="none" strike="noStrike" noProof="0">
                          <a:solidFill>
                            <a:srgbClr val="000000"/>
                          </a:solidFill>
                          <a:latin typeface="Calibri"/>
                        </a:rPr>
                        <a:t>Unlearn class</a:t>
                      </a:r>
                      <a:endParaRPr lang="en-US" sz="2400" err="1"/>
                    </a:p>
                  </a:txBody>
                  <a:tcPr/>
                </a:tc>
                <a:tc>
                  <a:txBody>
                    <a:bodyPr/>
                    <a:lstStyle/>
                    <a:p>
                      <a:pPr lvl="0">
                        <a:buNone/>
                      </a:pPr>
                      <a:r>
                        <a:rPr lang="en-GB" sz="2000" b="0" i="0" u="none" strike="noStrike" noProof="0">
                          <a:solidFill>
                            <a:srgbClr val="1F1F1F"/>
                          </a:solidFill>
                          <a:latin typeface="Calibri"/>
                        </a:rPr>
                        <a:t>0.6800 </a:t>
                      </a:r>
                      <a:endParaRPr lang="en-US" sz="2000"/>
                    </a:p>
                  </a:txBody>
                  <a:tcPr/>
                </a:tc>
                <a:tc>
                  <a:txBody>
                    <a:bodyPr/>
                    <a:lstStyle/>
                    <a:p>
                      <a:r>
                        <a:rPr lang="en-GB" sz="2000"/>
                        <a:t>293.3</a:t>
                      </a:r>
                    </a:p>
                  </a:txBody>
                  <a:tcPr/>
                </a:tc>
                <a:tc>
                  <a:txBody>
                    <a:bodyPr/>
                    <a:lstStyle/>
                    <a:p>
                      <a:r>
                        <a:rPr lang="en-GB" sz="2000"/>
                        <a:t>12.59</a:t>
                      </a:r>
                    </a:p>
                  </a:txBody>
                  <a:tcPr/>
                </a:tc>
                <a:extLst>
                  <a:ext uri="{0D108BD9-81ED-4DB2-BD59-A6C34878D82A}">
                    <a16:rowId xmlns:a16="http://schemas.microsoft.com/office/drawing/2014/main" val="1929112956"/>
                  </a:ext>
                </a:extLst>
              </a:tr>
              <a:tr h="526802">
                <a:tc>
                  <a:txBody>
                    <a:bodyPr/>
                    <a:lstStyle/>
                    <a:p>
                      <a:pPr lvl="0">
                        <a:buNone/>
                      </a:pPr>
                      <a:r>
                        <a:rPr lang="en-GB" sz="2400"/>
                        <a:t>SISA</a:t>
                      </a:r>
                    </a:p>
                  </a:txBody>
                  <a:tcPr/>
                </a:tc>
                <a:tc>
                  <a:txBody>
                    <a:bodyPr/>
                    <a:lstStyle/>
                    <a:p>
                      <a:pPr lvl="0">
                        <a:buNone/>
                      </a:pPr>
                      <a:r>
                        <a:rPr lang="en-GB" sz="2400" b="0" i="0" u="none" strike="noStrike" noProof="0">
                          <a:solidFill>
                            <a:srgbClr val="000000"/>
                          </a:solidFill>
                          <a:latin typeface="Calibri"/>
                        </a:rPr>
                        <a:t>Retain class</a:t>
                      </a:r>
                      <a:endParaRPr lang="en-GB" sz="2400" b="0" i="0" u="none" strike="noStrike" noProof="0" err="1">
                        <a:solidFill>
                          <a:srgbClr val="000000"/>
                        </a:solidFill>
                        <a:latin typeface="Calibri"/>
                      </a:endParaRPr>
                    </a:p>
                  </a:txBody>
                  <a:tcPr/>
                </a:tc>
                <a:tc>
                  <a:txBody>
                    <a:bodyPr/>
                    <a:lstStyle/>
                    <a:p>
                      <a:pPr lvl="0">
                        <a:buNone/>
                      </a:pPr>
                      <a:r>
                        <a:rPr lang="en-GB" sz="2000" b="0" i="0" u="none" strike="noStrike" noProof="0">
                          <a:solidFill>
                            <a:srgbClr val="1F1F1F"/>
                          </a:solidFill>
                        </a:rPr>
                        <a:t>0.6786</a:t>
                      </a:r>
                      <a:endParaRPr lang="en-US" sz="2000"/>
                    </a:p>
                  </a:txBody>
                  <a:tcPr/>
                </a:tc>
                <a:tc>
                  <a:txBody>
                    <a:bodyPr/>
                    <a:lstStyle/>
                    <a:p>
                      <a:pPr lvl="0">
                        <a:buNone/>
                      </a:pPr>
                      <a:r>
                        <a:rPr lang="en-GB" sz="2000"/>
                        <a:t>293.3</a:t>
                      </a:r>
                    </a:p>
                  </a:txBody>
                  <a:tcPr/>
                </a:tc>
                <a:tc>
                  <a:txBody>
                    <a:bodyPr/>
                    <a:lstStyle/>
                    <a:p>
                      <a:pPr lvl="0">
                        <a:buNone/>
                      </a:pPr>
                      <a:r>
                        <a:rPr lang="en-GB" sz="2000"/>
                        <a:t>12.59</a:t>
                      </a:r>
                    </a:p>
                  </a:txBody>
                  <a:tcPr/>
                </a:tc>
                <a:extLst>
                  <a:ext uri="{0D108BD9-81ED-4DB2-BD59-A6C34878D82A}">
                    <a16:rowId xmlns:a16="http://schemas.microsoft.com/office/drawing/2014/main" val="501405952"/>
                  </a:ext>
                </a:extLst>
              </a:tr>
            </a:tbl>
          </a:graphicData>
        </a:graphic>
      </p:graphicFrame>
    </p:spTree>
    <p:extLst>
      <p:ext uri="{BB962C8B-B14F-4D97-AF65-F5344CB8AC3E}">
        <p14:creationId xmlns:p14="http://schemas.microsoft.com/office/powerpoint/2010/main" val="1923718580"/>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DF4ECCD0-A043-4DE3-3F70-77BBB25BF68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754E9EA-7675-DE55-426D-E8D07E9C7B5A}"/>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DD27E187-C803-6054-11F5-72E09FA97158}"/>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21984D8A-9E52-03A4-23E6-59404037939F}"/>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13</a:t>
            </a:fld>
            <a:endParaRPr lang="en-US"/>
          </a:p>
        </p:txBody>
      </p:sp>
      <p:sp>
        <p:nvSpPr>
          <p:cNvPr id="8" name="TextBox 7">
            <a:extLst>
              <a:ext uri="{FF2B5EF4-FFF2-40B4-BE49-F238E27FC236}">
                <a16:creationId xmlns:a16="http://schemas.microsoft.com/office/drawing/2014/main" id="{6E87C27B-3C08-E1F5-CFF9-D67E482EC149}"/>
              </a:ext>
            </a:extLst>
          </p:cNvPr>
          <p:cNvSpPr txBox="1"/>
          <p:nvPr/>
        </p:nvSpPr>
        <p:spPr>
          <a:xfrm>
            <a:off x="866833" y="5608081"/>
            <a:ext cx="15382235"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ea typeface="Calibri"/>
                <a:cs typeface="Calibri"/>
              </a:rPr>
              <a:t>Findings:</a:t>
            </a:r>
            <a:endParaRPr lang="en-GB" sz="2800">
              <a:ea typeface="Calibri"/>
              <a:cs typeface="Calibri"/>
            </a:endParaRPr>
          </a:p>
          <a:p>
            <a:pPr marL="285750" indent="-285750">
              <a:buFont typeface="Arial"/>
              <a:buChar char="•"/>
            </a:pPr>
            <a:r>
              <a:rPr lang="en-GB" sz="2800">
                <a:ea typeface="Calibri"/>
                <a:cs typeface="Calibri"/>
              </a:rPr>
              <a:t>SISA provides the best uncertainty estimates,  showing lower ECE and Brier Scores than individual unlearning methods for both retained and unlearned data.</a:t>
            </a:r>
          </a:p>
          <a:p>
            <a:pPr marL="285750" indent="-285750">
              <a:buFont typeface="Arial"/>
              <a:buChar char="•"/>
            </a:pPr>
            <a:r>
              <a:rPr lang="en-GB" sz="2800">
                <a:ea typeface="+mn-lt"/>
                <a:cs typeface="+mn-lt"/>
              </a:rPr>
              <a:t>The unlearning methods failed to achieve complete data privacy using uncertainty metrics as the scores very similar with retain and unlearn class. </a:t>
            </a:r>
            <a:endParaRPr lang="en-GB" sz="2800">
              <a:ea typeface="Calibri"/>
              <a:cs typeface="Calibri"/>
            </a:endParaRPr>
          </a:p>
          <a:p>
            <a:pPr marL="285750" indent="-285750">
              <a:buFont typeface="Arial"/>
              <a:buChar char="•"/>
            </a:pPr>
            <a:r>
              <a:rPr lang="en-GB" sz="2800">
                <a:ea typeface="Calibri"/>
                <a:cs typeface="Calibri"/>
              </a:rPr>
              <a:t>Utility was compromised by poor calibration loss of and First-Order,</a:t>
            </a:r>
            <a:r>
              <a:rPr lang="en-GB" sz="2800">
                <a:ea typeface="+mn-lt"/>
                <a:cs typeface="+mn-lt"/>
              </a:rPr>
              <a:t> as the high uncertainty observed in Fine-Tuning and First-Order was not selective and also affected the retained data, indicating a general loss of model confidence.</a:t>
            </a:r>
          </a:p>
        </p:txBody>
      </p:sp>
      <p:graphicFrame>
        <p:nvGraphicFramePr>
          <p:cNvPr id="10" name="Table 9">
            <a:extLst>
              <a:ext uri="{FF2B5EF4-FFF2-40B4-BE49-F238E27FC236}">
                <a16:creationId xmlns:a16="http://schemas.microsoft.com/office/drawing/2014/main" id="{D8AD888E-2CDE-7CD9-CB7F-CAE9D799453C}"/>
              </a:ext>
            </a:extLst>
          </p:cNvPr>
          <p:cNvGraphicFramePr>
            <a:graphicFrameLocks noGrp="1"/>
          </p:cNvGraphicFramePr>
          <p:nvPr>
            <p:extLst>
              <p:ext uri="{D42A27DB-BD31-4B8C-83A1-F6EECF244321}">
                <p14:modId xmlns:p14="http://schemas.microsoft.com/office/powerpoint/2010/main" val="3068716603"/>
              </p:ext>
            </p:extLst>
          </p:nvPr>
        </p:nvGraphicFramePr>
        <p:xfrm>
          <a:off x="869674" y="1789044"/>
          <a:ext cx="13791780" cy="3231571"/>
        </p:xfrm>
        <a:graphic>
          <a:graphicData uri="http://schemas.openxmlformats.org/drawingml/2006/table">
            <a:tbl>
              <a:tblPr firstRow="1" bandRow="1">
                <a:tableStyleId>{5C22544A-7EE6-4342-B048-85BDC9FD1C3A}</a:tableStyleId>
              </a:tblPr>
              <a:tblGrid>
                <a:gridCol w="3447945">
                  <a:extLst>
                    <a:ext uri="{9D8B030D-6E8A-4147-A177-3AD203B41FA5}">
                      <a16:colId xmlns:a16="http://schemas.microsoft.com/office/drawing/2014/main" val="1093410786"/>
                    </a:ext>
                  </a:extLst>
                </a:gridCol>
                <a:gridCol w="3447945">
                  <a:extLst>
                    <a:ext uri="{9D8B030D-6E8A-4147-A177-3AD203B41FA5}">
                      <a16:colId xmlns:a16="http://schemas.microsoft.com/office/drawing/2014/main" val="1345297531"/>
                    </a:ext>
                  </a:extLst>
                </a:gridCol>
                <a:gridCol w="3447945">
                  <a:extLst>
                    <a:ext uri="{9D8B030D-6E8A-4147-A177-3AD203B41FA5}">
                      <a16:colId xmlns:a16="http://schemas.microsoft.com/office/drawing/2014/main" val="2155198460"/>
                    </a:ext>
                  </a:extLst>
                </a:gridCol>
                <a:gridCol w="3447945">
                  <a:extLst>
                    <a:ext uri="{9D8B030D-6E8A-4147-A177-3AD203B41FA5}">
                      <a16:colId xmlns:a16="http://schemas.microsoft.com/office/drawing/2014/main" val="3252445867"/>
                    </a:ext>
                  </a:extLst>
                </a:gridCol>
              </a:tblGrid>
              <a:tr h="461653">
                <a:tc>
                  <a:txBody>
                    <a:bodyPr/>
                    <a:lstStyle/>
                    <a:p>
                      <a:r>
                        <a:rPr lang="en-GB"/>
                        <a:t>Method</a:t>
                      </a:r>
                    </a:p>
                  </a:txBody>
                  <a:tcPr/>
                </a:tc>
                <a:tc>
                  <a:txBody>
                    <a:bodyPr/>
                    <a:lstStyle/>
                    <a:p>
                      <a:r>
                        <a:rPr lang="en-GB"/>
                        <a:t>Data Set</a:t>
                      </a:r>
                    </a:p>
                  </a:txBody>
                  <a:tcPr/>
                </a:tc>
                <a:tc>
                  <a:txBody>
                    <a:bodyPr/>
                    <a:lstStyle/>
                    <a:p>
                      <a:r>
                        <a:rPr lang="en-GB"/>
                        <a:t>ECE Score</a:t>
                      </a:r>
                    </a:p>
                  </a:txBody>
                  <a:tcPr/>
                </a:tc>
                <a:tc>
                  <a:txBody>
                    <a:bodyPr/>
                    <a:lstStyle/>
                    <a:p>
                      <a:r>
                        <a:rPr lang="en-GB"/>
                        <a:t>Brier Score</a:t>
                      </a:r>
                    </a:p>
                  </a:txBody>
                  <a:tcPr/>
                </a:tc>
                <a:extLst>
                  <a:ext uri="{0D108BD9-81ED-4DB2-BD59-A6C34878D82A}">
                    <a16:rowId xmlns:a16="http://schemas.microsoft.com/office/drawing/2014/main" val="2724114262"/>
                  </a:ext>
                </a:extLst>
              </a:tr>
              <a:tr h="461653">
                <a:tc>
                  <a:txBody>
                    <a:bodyPr/>
                    <a:lstStyle/>
                    <a:p>
                      <a:r>
                        <a:rPr lang="en-GB" sz="2400"/>
                        <a:t>Fine-Tuning</a:t>
                      </a:r>
                      <a:endParaRPr lang="en-US"/>
                    </a:p>
                  </a:txBody>
                  <a:tcPr/>
                </a:tc>
                <a:tc>
                  <a:txBody>
                    <a:bodyPr/>
                    <a:lstStyle/>
                    <a:p>
                      <a:r>
                        <a:rPr lang="en-GB" sz="2400"/>
                        <a:t>Unlearn class</a:t>
                      </a:r>
                      <a:endParaRPr lang="en-GB" sz="2400" err="1"/>
                    </a:p>
                  </a:txBody>
                  <a:tcPr/>
                </a:tc>
                <a:tc>
                  <a:txBody>
                    <a:bodyPr/>
                    <a:lstStyle/>
                    <a:p>
                      <a:pPr lvl="0">
                        <a:buNone/>
                      </a:pPr>
                      <a:r>
                        <a:rPr lang="en-GB" sz="2000" b="0" i="0" u="none" strike="noStrike" noProof="0">
                          <a:solidFill>
                            <a:srgbClr val="1F1F1F"/>
                          </a:solidFill>
                          <a:latin typeface="Calibri"/>
                        </a:rPr>
                        <a:t>0.0319 ± 0.0043</a:t>
                      </a:r>
                      <a:endParaRPr lang="en-US" sz="2000"/>
                    </a:p>
                  </a:txBody>
                  <a:tcPr/>
                </a:tc>
                <a:tc>
                  <a:txBody>
                    <a:bodyPr/>
                    <a:lstStyle/>
                    <a:p>
                      <a:pPr lvl="0">
                        <a:buNone/>
                      </a:pPr>
                      <a:r>
                        <a:rPr lang="en-GB" sz="2000" b="0" i="0" u="none" strike="noStrike" noProof="0">
                          <a:solidFill>
                            <a:srgbClr val="1F1F1F"/>
                          </a:solidFill>
                          <a:latin typeface="Calibri"/>
                        </a:rPr>
                        <a:t>0.4370 ± 0.0050</a:t>
                      </a:r>
                      <a:endParaRPr lang="en-US"/>
                    </a:p>
                  </a:txBody>
                  <a:tcPr/>
                </a:tc>
                <a:extLst>
                  <a:ext uri="{0D108BD9-81ED-4DB2-BD59-A6C34878D82A}">
                    <a16:rowId xmlns:a16="http://schemas.microsoft.com/office/drawing/2014/main" val="761358171"/>
                  </a:ext>
                </a:extLst>
              </a:tr>
              <a:tr h="461653">
                <a:tc>
                  <a:txBody>
                    <a:bodyPr/>
                    <a:lstStyle/>
                    <a:p>
                      <a:r>
                        <a:rPr lang="en-GB" sz="2400"/>
                        <a:t>Fine-Tuning</a:t>
                      </a:r>
                    </a:p>
                  </a:txBody>
                  <a:tcPr/>
                </a:tc>
                <a:tc>
                  <a:txBody>
                    <a:bodyPr/>
                    <a:lstStyle/>
                    <a:p>
                      <a:r>
                        <a:rPr lang="en-GB" sz="2400"/>
                        <a:t>Retain class</a:t>
                      </a:r>
                      <a:endParaRPr lang="en-GB" sz="2400" err="1"/>
                    </a:p>
                  </a:txBody>
                  <a:tcPr/>
                </a:tc>
                <a:tc>
                  <a:txBody>
                    <a:bodyPr/>
                    <a:lstStyle/>
                    <a:p>
                      <a:pPr lvl="0">
                        <a:buNone/>
                      </a:pPr>
                      <a:r>
                        <a:rPr lang="en-GB" sz="2000" b="0" i="0" u="none" strike="noStrike" noProof="0">
                          <a:solidFill>
                            <a:srgbClr val="1F1F1F"/>
                          </a:solidFill>
                          <a:latin typeface="Calibri"/>
                        </a:rPr>
                        <a:t>0.305 ± 0.0137</a:t>
                      </a:r>
                      <a:endParaRPr lang="en-US" sz="2000"/>
                    </a:p>
                  </a:txBody>
                  <a:tcPr/>
                </a:tc>
                <a:tc>
                  <a:txBody>
                    <a:bodyPr/>
                    <a:lstStyle/>
                    <a:p>
                      <a:pPr lvl="0">
                        <a:buNone/>
                      </a:pPr>
                      <a:r>
                        <a:rPr lang="en-GB" sz="2000" b="0" i="0" u="none" strike="noStrike" noProof="0">
                          <a:solidFill>
                            <a:srgbClr val="1F1F1F"/>
                          </a:solidFill>
                          <a:latin typeface="Calibri"/>
                        </a:rPr>
                        <a:t>0.4480 ± 0.0050</a:t>
                      </a:r>
                      <a:endParaRPr lang="en-US"/>
                    </a:p>
                  </a:txBody>
                  <a:tcPr/>
                </a:tc>
                <a:extLst>
                  <a:ext uri="{0D108BD9-81ED-4DB2-BD59-A6C34878D82A}">
                    <a16:rowId xmlns:a16="http://schemas.microsoft.com/office/drawing/2014/main" val="616243474"/>
                  </a:ext>
                </a:extLst>
              </a:tr>
              <a:tr h="461653">
                <a:tc>
                  <a:txBody>
                    <a:bodyPr/>
                    <a:lstStyle/>
                    <a:p>
                      <a:r>
                        <a:rPr lang="en-GB" sz="2400"/>
                        <a:t>First-Order</a:t>
                      </a:r>
                    </a:p>
                  </a:txBody>
                  <a:tcPr/>
                </a:tc>
                <a:tc>
                  <a:txBody>
                    <a:bodyPr/>
                    <a:lstStyle/>
                    <a:p>
                      <a:pPr lvl="0">
                        <a:buNone/>
                      </a:pPr>
                      <a:r>
                        <a:rPr lang="en-GB" sz="2400" b="0" i="0" u="none" strike="noStrike" noProof="0">
                          <a:solidFill>
                            <a:srgbClr val="000000"/>
                          </a:solidFill>
                          <a:latin typeface="Calibri"/>
                        </a:rPr>
                        <a:t>Unlearn class</a:t>
                      </a:r>
                      <a:endParaRPr lang="en-US" sz="2400"/>
                    </a:p>
                  </a:txBody>
                  <a:tcPr/>
                </a:tc>
                <a:tc>
                  <a:txBody>
                    <a:bodyPr/>
                    <a:lstStyle/>
                    <a:p>
                      <a:pPr lvl="0">
                        <a:buNone/>
                      </a:pPr>
                      <a:r>
                        <a:rPr lang="en-GB" sz="2000" b="0" i="0" u="none" strike="noStrike" noProof="0">
                          <a:solidFill>
                            <a:srgbClr val="1F1F1F"/>
                          </a:solidFill>
                          <a:latin typeface="Calibri"/>
                        </a:rPr>
                        <a:t>0.0310± 0.0090</a:t>
                      </a:r>
                      <a:endParaRPr lang="en-US" sz="2000"/>
                    </a:p>
                  </a:txBody>
                  <a:tcPr/>
                </a:tc>
                <a:tc>
                  <a:txBody>
                    <a:bodyPr/>
                    <a:lstStyle/>
                    <a:p>
                      <a:pPr lvl="0">
                        <a:buNone/>
                      </a:pPr>
                      <a:r>
                        <a:rPr lang="en-GB" sz="2000" b="0" i="0" u="none" strike="noStrike" noProof="0">
                          <a:solidFill>
                            <a:srgbClr val="1F1F1F"/>
                          </a:solidFill>
                          <a:latin typeface="Calibri"/>
                        </a:rPr>
                        <a:t>0.4432 ± 0.0201</a:t>
                      </a:r>
                      <a:endParaRPr lang="en-US"/>
                    </a:p>
                  </a:txBody>
                  <a:tcPr/>
                </a:tc>
                <a:extLst>
                  <a:ext uri="{0D108BD9-81ED-4DB2-BD59-A6C34878D82A}">
                    <a16:rowId xmlns:a16="http://schemas.microsoft.com/office/drawing/2014/main" val="4018684500"/>
                  </a:ext>
                </a:extLst>
              </a:tr>
              <a:tr h="461653">
                <a:tc>
                  <a:txBody>
                    <a:bodyPr/>
                    <a:lstStyle/>
                    <a:p>
                      <a:r>
                        <a:rPr lang="en-GB" sz="2400"/>
                        <a:t>First-Order</a:t>
                      </a:r>
                    </a:p>
                  </a:txBody>
                  <a:tcPr/>
                </a:tc>
                <a:tc>
                  <a:txBody>
                    <a:bodyPr/>
                    <a:lstStyle/>
                    <a:p>
                      <a:r>
                        <a:rPr lang="en-GB" sz="2400"/>
                        <a:t>Retain class</a:t>
                      </a:r>
                      <a:endParaRPr lang="en-GB" sz="2400" err="1"/>
                    </a:p>
                  </a:txBody>
                  <a:tcPr/>
                </a:tc>
                <a:tc>
                  <a:txBody>
                    <a:bodyPr/>
                    <a:lstStyle/>
                    <a:p>
                      <a:pPr lvl="0">
                        <a:buNone/>
                      </a:pPr>
                      <a:r>
                        <a:rPr lang="en-GB" sz="2000" b="0" i="0" u="none" strike="noStrike" noProof="0">
                          <a:solidFill>
                            <a:srgbClr val="1F1F1F"/>
                          </a:solidFill>
                          <a:latin typeface="Calibri"/>
                        </a:rPr>
                        <a:t>0.0298 ± 0.0024</a:t>
                      </a:r>
                      <a:endParaRPr lang="en-US" sz="2000"/>
                    </a:p>
                  </a:txBody>
                  <a:tcPr/>
                </a:tc>
                <a:tc>
                  <a:txBody>
                    <a:bodyPr/>
                    <a:lstStyle/>
                    <a:p>
                      <a:pPr lvl="0">
                        <a:buNone/>
                      </a:pPr>
                      <a:r>
                        <a:rPr lang="en-GB" sz="2000" b="0" i="0" u="none" strike="noStrike" noProof="0">
                          <a:solidFill>
                            <a:srgbClr val="1F1F1F"/>
                          </a:solidFill>
                          <a:latin typeface="Calibri"/>
                        </a:rPr>
                        <a:t>0.4452 ± 0.009</a:t>
                      </a:r>
                      <a:endParaRPr lang="en-US"/>
                    </a:p>
                  </a:txBody>
                  <a:tcPr/>
                </a:tc>
                <a:extLst>
                  <a:ext uri="{0D108BD9-81ED-4DB2-BD59-A6C34878D82A}">
                    <a16:rowId xmlns:a16="http://schemas.microsoft.com/office/drawing/2014/main" val="2468986702"/>
                  </a:ext>
                </a:extLst>
              </a:tr>
              <a:tr h="461653">
                <a:tc>
                  <a:txBody>
                    <a:bodyPr/>
                    <a:lstStyle/>
                    <a:p>
                      <a:r>
                        <a:rPr lang="en-GB" sz="2400"/>
                        <a:t>SISA</a:t>
                      </a:r>
                    </a:p>
                  </a:txBody>
                  <a:tcPr/>
                </a:tc>
                <a:tc>
                  <a:txBody>
                    <a:bodyPr/>
                    <a:lstStyle/>
                    <a:p>
                      <a:pPr lvl="0">
                        <a:buNone/>
                      </a:pPr>
                      <a:r>
                        <a:rPr lang="en-GB" sz="2400" b="0" i="0" u="none" strike="noStrike" noProof="0">
                          <a:solidFill>
                            <a:srgbClr val="000000"/>
                          </a:solidFill>
                          <a:latin typeface="Calibri"/>
                        </a:rPr>
                        <a:t>Unlearn class</a:t>
                      </a:r>
                      <a:endParaRPr lang="en-US" sz="2400" err="1"/>
                    </a:p>
                  </a:txBody>
                  <a:tcPr/>
                </a:tc>
                <a:tc>
                  <a:txBody>
                    <a:bodyPr/>
                    <a:lstStyle/>
                    <a:p>
                      <a:pPr lvl="0">
                        <a:buNone/>
                      </a:pPr>
                      <a:r>
                        <a:rPr lang="en-GB" sz="2000" b="0" i="0" u="none" strike="noStrike" noProof="0">
                          <a:solidFill>
                            <a:srgbClr val="1F1F1F"/>
                          </a:solidFill>
                          <a:latin typeface="Calibri"/>
                        </a:rPr>
                        <a:t>0.0289</a:t>
                      </a:r>
                      <a:endParaRPr lang="en-US" sz="2000"/>
                    </a:p>
                  </a:txBody>
                  <a:tcPr/>
                </a:tc>
                <a:tc>
                  <a:txBody>
                    <a:bodyPr/>
                    <a:lstStyle/>
                    <a:p>
                      <a:pPr lvl="0">
                        <a:buNone/>
                      </a:pPr>
                      <a:r>
                        <a:rPr lang="en-GB" sz="2000" b="0" i="0" u="none" strike="noStrike" noProof="0">
                          <a:solidFill>
                            <a:srgbClr val="1F1F1F"/>
                          </a:solidFill>
                          <a:latin typeface="Calibri"/>
                        </a:rPr>
                        <a:t>0.4323 </a:t>
                      </a:r>
                      <a:endParaRPr lang="en-US"/>
                    </a:p>
                  </a:txBody>
                  <a:tcPr/>
                </a:tc>
                <a:extLst>
                  <a:ext uri="{0D108BD9-81ED-4DB2-BD59-A6C34878D82A}">
                    <a16:rowId xmlns:a16="http://schemas.microsoft.com/office/drawing/2014/main" val="1929112956"/>
                  </a:ext>
                </a:extLst>
              </a:tr>
              <a:tr h="461653">
                <a:tc>
                  <a:txBody>
                    <a:bodyPr/>
                    <a:lstStyle/>
                    <a:p>
                      <a:pPr lvl="0">
                        <a:buNone/>
                      </a:pPr>
                      <a:r>
                        <a:rPr lang="en-GB" sz="2400"/>
                        <a:t>SISA</a:t>
                      </a:r>
                    </a:p>
                  </a:txBody>
                  <a:tcPr/>
                </a:tc>
                <a:tc>
                  <a:txBody>
                    <a:bodyPr/>
                    <a:lstStyle/>
                    <a:p>
                      <a:pPr lvl="0">
                        <a:buNone/>
                      </a:pPr>
                      <a:r>
                        <a:rPr lang="en-GB" sz="2400" b="0" i="0" u="none" strike="noStrike" noProof="0">
                          <a:solidFill>
                            <a:srgbClr val="000000"/>
                          </a:solidFill>
                          <a:latin typeface="Calibri"/>
                        </a:rPr>
                        <a:t>Retain class</a:t>
                      </a:r>
                      <a:endParaRPr lang="en-GB" sz="2400" b="0" i="0" u="none" strike="noStrike" noProof="0" err="1">
                        <a:solidFill>
                          <a:srgbClr val="000000"/>
                        </a:solidFill>
                        <a:latin typeface="Calibri"/>
                      </a:endParaRPr>
                    </a:p>
                  </a:txBody>
                  <a:tcPr/>
                </a:tc>
                <a:tc>
                  <a:txBody>
                    <a:bodyPr/>
                    <a:lstStyle/>
                    <a:p>
                      <a:pPr lvl="0">
                        <a:buNone/>
                      </a:pPr>
                      <a:r>
                        <a:rPr lang="en-GB" sz="2000" b="0" i="0" u="none" strike="noStrike" noProof="0">
                          <a:solidFill>
                            <a:srgbClr val="1F1F1F"/>
                          </a:solidFill>
                        </a:rPr>
                        <a:t>0.0417</a:t>
                      </a:r>
                      <a:endParaRPr lang="en-US" sz="2000"/>
                    </a:p>
                  </a:txBody>
                  <a:tcPr/>
                </a:tc>
                <a:tc>
                  <a:txBody>
                    <a:bodyPr/>
                    <a:lstStyle/>
                    <a:p>
                      <a:pPr lvl="0">
                        <a:buNone/>
                      </a:pPr>
                      <a:r>
                        <a:rPr lang="en-GB" sz="2000" b="0" i="0" u="none" strike="noStrike" noProof="0">
                          <a:solidFill>
                            <a:srgbClr val="1F1F1F"/>
                          </a:solidFill>
                          <a:latin typeface="Calibri"/>
                        </a:rPr>
                        <a:t>0.4437</a:t>
                      </a:r>
                    </a:p>
                  </a:txBody>
                  <a:tcPr/>
                </a:tc>
                <a:extLst>
                  <a:ext uri="{0D108BD9-81ED-4DB2-BD59-A6C34878D82A}">
                    <a16:rowId xmlns:a16="http://schemas.microsoft.com/office/drawing/2014/main" val="501405952"/>
                  </a:ext>
                </a:extLst>
              </a:tr>
            </a:tbl>
          </a:graphicData>
        </a:graphic>
      </p:graphicFrame>
    </p:spTree>
    <p:extLst>
      <p:ext uri="{BB962C8B-B14F-4D97-AF65-F5344CB8AC3E}">
        <p14:creationId xmlns:p14="http://schemas.microsoft.com/office/powerpoint/2010/main" val="3830742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A84AC3A2-8713-004F-F52E-346487455A8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0DDE29E-2D5A-FE62-29A4-89525EDEB905}"/>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4F154CE6-0FC1-0696-AEEC-88C65F2B7ADA}"/>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6AC64D7E-A932-0198-7CCC-FBDBE24446F3}"/>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14</a:t>
            </a:fld>
            <a:endParaRPr lang="en-US"/>
          </a:p>
        </p:txBody>
      </p:sp>
      <p:sp>
        <p:nvSpPr>
          <p:cNvPr id="15" name="TextBox 14">
            <a:extLst>
              <a:ext uri="{FF2B5EF4-FFF2-40B4-BE49-F238E27FC236}">
                <a16:creationId xmlns:a16="http://schemas.microsoft.com/office/drawing/2014/main" id="{D09DB009-2B64-DC04-0A09-E14C3928980C}"/>
              </a:ext>
            </a:extLst>
          </p:cNvPr>
          <p:cNvSpPr txBox="1"/>
          <p:nvPr/>
        </p:nvSpPr>
        <p:spPr>
          <a:xfrm>
            <a:off x="987778" y="2391834"/>
            <a:ext cx="9144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rgbClr val="C00000"/>
                </a:solidFill>
                <a:latin typeface="Arial"/>
              </a:rPr>
              <a:t>Question 1:</a:t>
            </a:r>
            <a:endParaRPr lang="en-US" sz="3600">
              <a:latin typeface="Arial"/>
              <a:cs typeface="Arial"/>
            </a:endParaRPr>
          </a:p>
          <a:p>
            <a:pPr algn="ctr"/>
            <a:endParaRPr lang="en-US"/>
          </a:p>
        </p:txBody>
      </p:sp>
      <p:pic>
        <p:nvPicPr>
          <p:cNvPr id="3" name="Picture 2">
            <a:extLst>
              <a:ext uri="{FF2B5EF4-FFF2-40B4-BE49-F238E27FC236}">
                <a16:creationId xmlns:a16="http://schemas.microsoft.com/office/drawing/2014/main" id="{D45ACCB0-CFDD-6EF1-5356-9EB224FEFF41}"/>
              </a:ext>
            </a:extLst>
          </p:cNvPr>
          <p:cNvPicPr>
            <a:picLocks noChangeAspect="1"/>
          </p:cNvPicPr>
          <p:nvPr/>
        </p:nvPicPr>
        <p:blipFill>
          <a:blip r:embed="rId5"/>
          <a:stretch>
            <a:fillRect/>
          </a:stretch>
        </p:blipFill>
        <p:spPr>
          <a:xfrm>
            <a:off x="979822" y="2393782"/>
            <a:ext cx="15726779" cy="6281487"/>
          </a:xfrm>
          <a:prstGeom prst="rect">
            <a:avLst/>
          </a:prstGeom>
        </p:spPr>
      </p:pic>
    </p:spTree>
    <p:extLst>
      <p:ext uri="{BB962C8B-B14F-4D97-AF65-F5344CB8AC3E}">
        <p14:creationId xmlns:p14="http://schemas.microsoft.com/office/powerpoint/2010/main" val="241637761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558AA2E1-0FB5-5410-1CA8-89C93B01E36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2A2DED4-A816-7E40-4300-2177C5F0C188}"/>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Freeform 7">
            <a:extLst>
              <a:ext uri="{FF2B5EF4-FFF2-40B4-BE49-F238E27FC236}">
                <a16:creationId xmlns:a16="http://schemas.microsoft.com/office/drawing/2014/main" id="{9A70C824-62FE-63FF-B738-4F3FE2B9D2EC}"/>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80DC5499-6A0D-C4AA-E91A-DDBAB376AAA6}"/>
              </a:ext>
            </a:extLst>
          </p:cNvPr>
          <p:cNvSpPr>
            <a:spLocks noGrp="1"/>
          </p:cNvSpPr>
          <p:nvPr>
            <p:ph type="sldNum" sz="quarter" idx="12"/>
          </p:nvPr>
        </p:nvSpPr>
        <p:spPr>
          <a:xfrm>
            <a:off x="15656599" y="9408528"/>
            <a:ext cx="2133600" cy="365125"/>
          </a:xfrm>
        </p:spPr>
        <p:txBody>
          <a:bodyPr/>
          <a:lstStyle/>
          <a:p>
            <a:fld id="{B6F15528-21DE-4FAA-801E-634DDDAF4B2B}" type="slidenum">
              <a:rPr lang="en-US" smtClean="0"/>
              <a:pPr/>
              <a:t>15</a:t>
            </a:fld>
            <a:endParaRPr lang="en-US"/>
          </a:p>
        </p:txBody>
      </p:sp>
      <p:pic>
        <p:nvPicPr>
          <p:cNvPr id="6" name="Picture 5" descr="A graph of a brier score&#10;&#10;AI-generated content may be incorrect.">
            <a:extLst>
              <a:ext uri="{FF2B5EF4-FFF2-40B4-BE49-F238E27FC236}">
                <a16:creationId xmlns:a16="http://schemas.microsoft.com/office/drawing/2014/main" id="{1843D581-B181-6985-B872-12306A5704CC}"/>
              </a:ext>
            </a:extLst>
          </p:cNvPr>
          <p:cNvPicPr>
            <a:picLocks noChangeAspect="1"/>
          </p:cNvPicPr>
          <p:nvPr/>
        </p:nvPicPr>
        <p:blipFill>
          <a:blip r:embed="rId4"/>
          <a:stretch>
            <a:fillRect/>
          </a:stretch>
        </p:blipFill>
        <p:spPr>
          <a:xfrm>
            <a:off x="1096521" y="2333625"/>
            <a:ext cx="15096642" cy="6835091"/>
          </a:xfrm>
          <a:prstGeom prst="rect">
            <a:avLst/>
          </a:prstGeom>
        </p:spPr>
      </p:pic>
    </p:spTree>
    <p:extLst>
      <p:ext uri="{BB962C8B-B14F-4D97-AF65-F5344CB8AC3E}">
        <p14:creationId xmlns:p14="http://schemas.microsoft.com/office/powerpoint/2010/main" val="3310569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14BDE62D-A335-7516-5E06-9EFF8A770731}"/>
            </a:ext>
          </a:extLst>
        </p:cNvPr>
        <p:cNvGrpSpPr/>
        <p:nvPr/>
      </p:nvGrpSpPr>
      <p:grpSpPr>
        <a:xfrm>
          <a:off x="0" y="0"/>
          <a:ext cx="0" cy="0"/>
          <a:chOff x="0" y="0"/>
          <a:chExt cx="0" cy="0"/>
        </a:xfrm>
      </p:grpSpPr>
      <p:sp>
        <p:nvSpPr>
          <p:cNvPr id="7" name="Freeform 7">
            <a:extLst>
              <a:ext uri="{FF2B5EF4-FFF2-40B4-BE49-F238E27FC236}">
                <a16:creationId xmlns:a16="http://schemas.microsoft.com/office/drawing/2014/main" id="{33E71D87-36BC-8E87-F7A6-6B3C20082D29}"/>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4"/>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6C3CF440-6ACF-4F9B-D9CF-409D0F33C7B5}"/>
              </a:ext>
            </a:extLst>
          </p:cNvPr>
          <p:cNvSpPr>
            <a:spLocks noGrp="1"/>
          </p:cNvSpPr>
          <p:nvPr>
            <p:ph type="sldNum" sz="quarter" idx="12"/>
          </p:nvPr>
        </p:nvSpPr>
        <p:spPr>
          <a:xfrm>
            <a:off x="15714718" y="9088875"/>
            <a:ext cx="2133600" cy="365125"/>
          </a:xfrm>
        </p:spPr>
        <p:txBody>
          <a:bodyPr/>
          <a:lstStyle/>
          <a:p>
            <a:fld id="{B6F15528-21DE-4FAA-801E-634DDDAF4B2B}" type="slidenum">
              <a:rPr lang="en-US" smtClean="0"/>
              <a:pPr/>
              <a:t>16</a:t>
            </a:fld>
            <a:endParaRPr lang="en-US"/>
          </a:p>
        </p:txBody>
      </p:sp>
      <p:sp>
        <p:nvSpPr>
          <p:cNvPr id="15" name="TextBox 14">
            <a:extLst>
              <a:ext uri="{FF2B5EF4-FFF2-40B4-BE49-F238E27FC236}">
                <a16:creationId xmlns:a16="http://schemas.microsoft.com/office/drawing/2014/main" id="{641A4B0E-BFC0-CF4A-4C49-B4CACCE323D9}"/>
              </a:ext>
            </a:extLst>
          </p:cNvPr>
          <p:cNvSpPr txBox="1"/>
          <p:nvPr/>
        </p:nvSpPr>
        <p:spPr>
          <a:xfrm>
            <a:off x="1083027" y="1957918"/>
            <a:ext cx="15257292" cy="61617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C00000"/>
                </a:solidFill>
                <a:latin typeface="Arial"/>
              </a:rPr>
              <a:t>Question 2: Does removing more data increase uncertainty consistently?</a:t>
            </a:r>
            <a:br>
              <a:rPr lang="en-US" sz="2800">
                <a:latin typeface="Arial"/>
              </a:rPr>
            </a:br>
            <a:endParaRPr lang="en-US" sz="1600">
              <a:solidFill>
                <a:srgbClr val="C00000"/>
              </a:solidFill>
              <a:latin typeface="Arial"/>
              <a:cs typeface="Arial"/>
            </a:endParaRPr>
          </a:p>
          <a:p>
            <a:r>
              <a:rPr lang="en-US" sz="2800">
                <a:latin typeface="Arial"/>
                <a:cs typeface="Arial"/>
              </a:rPr>
              <a:t>Unlearning Method: First-order based</a:t>
            </a:r>
          </a:p>
          <a:p>
            <a:r>
              <a:rPr lang="en-US" sz="2800">
                <a:latin typeface="Arial"/>
                <a:cs typeface="Arial"/>
              </a:rPr>
              <a:t>Uncertainty Method: MC Dropout</a:t>
            </a:r>
          </a:p>
          <a:p>
            <a:r>
              <a:rPr lang="en-US" sz="2800">
                <a:latin typeface="Arial"/>
                <a:cs typeface="Arial"/>
              </a:rPr>
              <a:t>Results averaged over 3 runs per proportion of data removed (5%, 10%, 15%, 20%)</a:t>
            </a:r>
          </a:p>
          <a:p>
            <a:endParaRPr lang="en-US" sz="1200">
              <a:latin typeface="Arial"/>
              <a:cs typeface="Arial"/>
            </a:endParaRPr>
          </a:p>
          <a:p>
            <a:r>
              <a:rPr lang="en-US" sz="2800" b="1">
                <a:latin typeface="Arial"/>
              </a:rPr>
              <a:t>Findings:</a:t>
            </a:r>
            <a:endParaRPr lang="en-US" sz="2800" u="sng">
              <a:latin typeface="Arial"/>
              <a:cs typeface="Arial"/>
            </a:endParaRPr>
          </a:p>
          <a:p>
            <a:pPr marL="457200" indent="-457200">
              <a:buFont typeface="Arial"/>
              <a:buChar char="•"/>
            </a:pPr>
            <a:r>
              <a:rPr lang="en-US" sz="2800">
                <a:latin typeface="Arial"/>
                <a:cs typeface="Arial"/>
              </a:rPr>
              <a:t>Predictive Uncertainty increases consistently as more training data is unlearned (both ECE and BS increase).</a:t>
            </a:r>
          </a:p>
          <a:p>
            <a:pPr marL="457200" indent="-457200">
              <a:buFont typeface="Arial"/>
              <a:buChar char="•"/>
            </a:pPr>
            <a:r>
              <a:rPr lang="en-US" sz="2800">
                <a:latin typeface="Arial"/>
                <a:cs typeface="Arial"/>
              </a:rPr>
              <a:t>Larger unlearning proportions significantly degrade calibration and model accuracy.</a:t>
            </a:r>
          </a:p>
          <a:p>
            <a:endParaRPr lang="en-US" sz="3600">
              <a:latin typeface="Arial"/>
              <a:cs typeface="Arial"/>
            </a:endParaRPr>
          </a:p>
          <a:p>
            <a:br>
              <a:rPr lang="en-US" sz="3600">
                <a:latin typeface="Arial"/>
              </a:rPr>
            </a:br>
            <a:endParaRPr lang="en-US" sz="3600">
              <a:solidFill>
                <a:srgbClr val="C00000"/>
              </a:solidFill>
              <a:latin typeface="Arial"/>
              <a:cs typeface="Arial"/>
            </a:endParaRPr>
          </a:p>
          <a:p>
            <a:pPr algn="ctr"/>
            <a:endParaRPr lang="en-US"/>
          </a:p>
        </p:txBody>
      </p:sp>
      <p:sp>
        <p:nvSpPr>
          <p:cNvPr id="5" name="TextBox 2">
            <a:extLst>
              <a:ext uri="{FF2B5EF4-FFF2-40B4-BE49-F238E27FC236}">
                <a16:creationId xmlns:a16="http://schemas.microsoft.com/office/drawing/2014/main" id="{36DCAA5B-0C8B-7B26-3070-2BF7F979628D}"/>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pic>
        <p:nvPicPr>
          <p:cNvPr id="3" name="Picture 2" descr="A graph of brier score and brier score&#10;&#10;AI-generated content may be incorrect.">
            <a:extLst>
              <a:ext uri="{FF2B5EF4-FFF2-40B4-BE49-F238E27FC236}">
                <a16:creationId xmlns:a16="http://schemas.microsoft.com/office/drawing/2014/main" id="{B0259A24-F6FD-20FE-8A61-622C88C92400}"/>
              </a:ext>
            </a:extLst>
          </p:cNvPr>
          <p:cNvPicPr>
            <a:picLocks noChangeAspect="1"/>
          </p:cNvPicPr>
          <p:nvPr/>
        </p:nvPicPr>
        <p:blipFill>
          <a:blip r:embed="rId5"/>
          <a:stretch>
            <a:fillRect/>
          </a:stretch>
        </p:blipFill>
        <p:spPr>
          <a:xfrm>
            <a:off x="8329495" y="6155808"/>
            <a:ext cx="9519741" cy="3288948"/>
          </a:xfrm>
          <a:prstGeom prst="rect">
            <a:avLst/>
          </a:prstGeom>
        </p:spPr>
      </p:pic>
      <p:sp>
        <p:nvSpPr>
          <p:cNvPr id="2" name="TextBox 1">
            <a:extLst>
              <a:ext uri="{FF2B5EF4-FFF2-40B4-BE49-F238E27FC236}">
                <a16:creationId xmlns:a16="http://schemas.microsoft.com/office/drawing/2014/main" id="{FABE4F71-8365-0D48-2CAC-AF70AB457442}"/>
              </a:ext>
            </a:extLst>
          </p:cNvPr>
          <p:cNvSpPr txBox="1"/>
          <p:nvPr/>
        </p:nvSpPr>
        <p:spPr>
          <a:xfrm>
            <a:off x="8471869" y="9406429"/>
            <a:ext cx="93768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Figure shows ECE and Brier Score vs Proportions of data removed. Growth is super-linear (mildly accelerating)</a:t>
            </a:r>
          </a:p>
        </p:txBody>
      </p:sp>
      <p:sp>
        <p:nvSpPr>
          <p:cNvPr id="8" name="TextBox 7">
            <a:extLst>
              <a:ext uri="{FF2B5EF4-FFF2-40B4-BE49-F238E27FC236}">
                <a16:creationId xmlns:a16="http://schemas.microsoft.com/office/drawing/2014/main" id="{1DC85E47-2F68-A66B-7F7C-A6C016BCF64F}"/>
              </a:ext>
            </a:extLst>
          </p:cNvPr>
          <p:cNvSpPr txBox="1"/>
          <p:nvPr/>
        </p:nvSpPr>
        <p:spPr>
          <a:xfrm>
            <a:off x="1137619" y="9448764"/>
            <a:ext cx="64981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Table shows results compiled after experiment runs</a:t>
            </a:r>
            <a:endParaRPr lang="en-US"/>
          </a:p>
        </p:txBody>
      </p:sp>
      <p:graphicFrame>
        <p:nvGraphicFramePr>
          <p:cNvPr id="9" name="Table 8">
            <a:extLst>
              <a:ext uri="{FF2B5EF4-FFF2-40B4-BE49-F238E27FC236}">
                <a16:creationId xmlns:a16="http://schemas.microsoft.com/office/drawing/2014/main" id="{7156BBA0-4F08-B67C-7F0F-EBB04BFBD050}"/>
              </a:ext>
            </a:extLst>
          </p:cNvPr>
          <p:cNvGraphicFramePr>
            <a:graphicFrameLocks noGrp="1"/>
          </p:cNvGraphicFramePr>
          <p:nvPr>
            <p:extLst>
              <p:ext uri="{D42A27DB-BD31-4B8C-83A1-F6EECF244321}">
                <p14:modId xmlns:p14="http://schemas.microsoft.com/office/powerpoint/2010/main" val="1203700907"/>
              </p:ext>
            </p:extLst>
          </p:nvPr>
        </p:nvGraphicFramePr>
        <p:xfrm>
          <a:off x="789215" y="6276474"/>
          <a:ext cx="7194807" cy="3063773"/>
        </p:xfrm>
        <a:graphic>
          <a:graphicData uri="http://schemas.openxmlformats.org/drawingml/2006/table">
            <a:tbl>
              <a:tblPr firstRow="1" bandRow="1">
                <a:tableStyleId>{5C22544A-7EE6-4342-B048-85BDC9FD1C3A}</a:tableStyleId>
              </a:tblPr>
              <a:tblGrid>
                <a:gridCol w="1708103">
                  <a:extLst>
                    <a:ext uri="{9D8B030D-6E8A-4147-A177-3AD203B41FA5}">
                      <a16:colId xmlns:a16="http://schemas.microsoft.com/office/drawing/2014/main" val="1733146305"/>
                    </a:ext>
                  </a:extLst>
                </a:gridCol>
                <a:gridCol w="2824064">
                  <a:extLst>
                    <a:ext uri="{9D8B030D-6E8A-4147-A177-3AD203B41FA5}">
                      <a16:colId xmlns:a16="http://schemas.microsoft.com/office/drawing/2014/main" val="1618498129"/>
                    </a:ext>
                  </a:extLst>
                </a:gridCol>
                <a:gridCol w="2662640">
                  <a:extLst>
                    <a:ext uri="{9D8B030D-6E8A-4147-A177-3AD203B41FA5}">
                      <a16:colId xmlns:a16="http://schemas.microsoft.com/office/drawing/2014/main" val="2011727187"/>
                    </a:ext>
                  </a:extLst>
                </a:gridCol>
              </a:tblGrid>
              <a:tr h="1007095">
                <a:tc>
                  <a:txBody>
                    <a:bodyPr/>
                    <a:lstStyle/>
                    <a:p>
                      <a:r>
                        <a:rPr lang="en-US"/>
                        <a:t>Proportion</a:t>
                      </a:r>
                    </a:p>
                  </a:txBody>
                  <a:tcPr/>
                </a:tc>
                <a:tc>
                  <a:txBody>
                    <a:bodyPr/>
                    <a:lstStyle/>
                    <a:p>
                      <a:r>
                        <a:rPr lang="en-US">
                          <a:solidFill>
                            <a:schemeClr val="bg1"/>
                          </a:solidFill>
                        </a:rPr>
                        <a:t>ECE </a:t>
                      </a:r>
                      <a:r>
                        <a:rPr lang="en-US" sz="1800" b="0" i="0" u="none" strike="noStrike" noProof="0">
                          <a:solidFill>
                            <a:schemeClr val="bg1"/>
                          </a:solidFill>
                          <a:latin typeface="Menlo"/>
                        </a:rPr>
                        <a:t>(mean ± std)</a:t>
                      </a:r>
                      <a:endParaRPr lang="en-US">
                        <a:solidFill>
                          <a:schemeClr val="bg1"/>
                        </a:solidFill>
                      </a:endParaRPr>
                    </a:p>
                  </a:txBody>
                  <a:tcPr/>
                </a:tc>
                <a:tc>
                  <a:txBody>
                    <a:bodyPr/>
                    <a:lstStyle/>
                    <a:p>
                      <a:r>
                        <a:rPr lang="en-US"/>
                        <a:t>Brier Score</a:t>
                      </a:r>
                      <a:r>
                        <a:rPr lang="en-US">
                          <a:solidFill>
                            <a:schemeClr val="bg1"/>
                          </a:solidFill>
                        </a:rPr>
                        <a:t> (</a:t>
                      </a:r>
                      <a:r>
                        <a:rPr lang="en-US" sz="1800" b="0" i="0" u="none" strike="noStrike" noProof="0">
                          <a:solidFill>
                            <a:schemeClr val="bg1"/>
                          </a:solidFill>
                          <a:latin typeface="Menlo"/>
                        </a:rPr>
                        <a:t>mean ± std)</a:t>
                      </a:r>
                      <a:endParaRPr lang="en-US">
                        <a:solidFill>
                          <a:schemeClr val="bg1"/>
                        </a:solidFill>
                      </a:endParaRPr>
                    </a:p>
                  </a:txBody>
                  <a:tcPr/>
                </a:tc>
                <a:extLst>
                  <a:ext uri="{0D108BD9-81ED-4DB2-BD59-A6C34878D82A}">
                    <a16:rowId xmlns:a16="http://schemas.microsoft.com/office/drawing/2014/main" val="3975453775"/>
                  </a:ext>
                </a:extLst>
              </a:tr>
              <a:tr h="551504">
                <a:tc>
                  <a:txBody>
                    <a:bodyPr/>
                    <a:lstStyle/>
                    <a:p>
                      <a:pPr lvl="0">
                        <a:buNone/>
                      </a:pPr>
                      <a:r>
                        <a:rPr lang="en-US"/>
                        <a:t>5%</a:t>
                      </a:r>
                    </a:p>
                  </a:txBody>
                  <a:tcPr/>
                </a:tc>
                <a:tc>
                  <a:txBody>
                    <a:bodyPr/>
                    <a:lstStyle/>
                    <a:p>
                      <a:pPr lvl="0">
                        <a:buNone/>
                      </a:pPr>
                      <a:r>
                        <a:rPr lang="en-US" sz="1800" b="0" i="0" u="none" strike="noStrike" noProof="0">
                          <a:solidFill>
                            <a:schemeClr val="tx1"/>
                          </a:solidFill>
                          <a:latin typeface="Menlo"/>
                        </a:rPr>
                        <a:t>0.0148 ± 0.0063</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0.4823 ± 0.0066</a:t>
                      </a:r>
                      <a:endParaRPr lang="en-US">
                        <a:solidFill>
                          <a:schemeClr val="tx1"/>
                        </a:solidFill>
                      </a:endParaRPr>
                    </a:p>
                  </a:txBody>
                  <a:tcPr/>
                </a:tc>
                <a:extLst>
                  <a:ext uri="{0D108BD9-81ED-4DB2-BD59-A6C34878D82A}">
                    <a16:rowId xmlns:a16="http://schemas.microsoft.com/office/drawing/2014/main" val="253035883"/>
                  </a:ext>
                </a:extLst>
              </a:tr>
              <a:tr h="402166">
                <a:tc>
                  <a:txBody>
                    <a:bodyPr/>
                    <a:lstStyle/>
                    <a:p>
                      <a:r>
                        <a:rPr lang="en-US"/>
                        <a:t>10%</a:t>
                      </a:r>
                    </a:p>
                  </a:txBody>
                  <a:tcPr/>
                </a:tc>
                <a:tc>
                  <a:txBody>
                    <a:bodyPr/>
                    <a:lstStyle/>
                    <a:p>
                      <a:pPr lvl="0">
                        <a:buNone/>
                      </a:pPr>
                      <a:r>
                        <a:rPr lang="en-US" sz="1800" b="0" i="0" u="none" strike="noStrike" noProof="0">
                          <a:solidFill>
                            <a:schemeClr val="tx1"/>
                          </a:solidFill>
                          <a:latin typeface="Menlo"/>
                        </a:rPr>
                        <a:t>0.0540 ± 0.0195</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0.5399 ± 0.0227</a:t>
                      </a:r>
                      <a:endParaRPr lang="en-US">
                        <a:solidFill>
                          <a:schemeClr val="tx1"/>
                        </a:solidFill>
                      </a:endParaRPr>
                    </a:p>
                  </a:txBody>
                  <a:tcPr/>
                </a:tc>
                <a:extLst>
                  <a:ext uri="{0D108BD9-81ED-4DB2-BD59-A6C34878D82A}">
                    <a16:rowId xmlns:a16="http://schemas.microsoft.com/office/drawing/2014/main" val="2058336454"/>
                  </a:ext>
                </a:extLst>
              </a:tr>
              <a:tr h="551504">
                <a:tc>
                  <a:txBody>
                    <a:bodyPr/>
                    <a:lstStyle/>
                    <a:p>
                      <a:r>
                        <a:rPr lang="en-US"/>
                        <a:t>15%</a:t>
                      </a:r>
                    </a:p>
                  </a:txBody>
                  <a:tcPr/>
                </a:tc>
                <a:tc>
                  <a:txBody>
                    <a:bodyPr/>
                    <a:lstStyle/>
                    <a:p>
                      <a:pPr lvl="0">
                        <a:buNone/>
                      </a:pPr>
                      <a:r>
                        <a:rPr lang="en-US" sz="1800" b="0" i="0" u="none" strike="noStrike" noProof="0">
                          <a:solidFill>
                            <a:schemeClr val="tx1"/>
                          </a:solidFill>
                          <a:latin typeface="Menlo"/>
                        </a:rPr>
                        <a:t>0.1123 ± 0.0258</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0.6130 ± 0.0367</a:t>
                      </a:r>
                      <a:endParaRPr lang="en-US">
                        <a:solidFill>
                          <a:schemeClr val="tx1"/>
                        </a:solidFill>
                      </a:endParaRPr>
                    </a:p>
                  </a:txBody>
                  <a:tcPr/>
                </a:tc>
                <a:extLst>
                  <a:ext uri="{0D108BD9-81ED-4DB2-BD59-A6C34878D82A}">
                    <a16:rowId xmlns:a16="http://schemas.microsoft.com/office/drawing/2014/main" val="4175763386"/>
                  </a:ext>
                </a:extLst>
              </a:tr>
              <a:tr h="551504">
                <a:tc>
                  <a:txBody>
                    <a:bodyPr/>
                    <a:lstStyle/>
                    <a:p>
                      <a:r>
                        <a:rPr lang="en-US"/>
                        <a:t>20%</a:t>
                      </a:r>
                    </a:p>
                  </a:txBody>
                  <a:tcPr/>
                </a:tc>
                <a:tc>
                  <a:txBody>
                    <a:bodyPr/>
                    <a:lstStyle/>
                    <a:p>
                      <a:pPr lvl="0">
                        <a:buNone/>
                      </a:pPr>
                      <a:r>
                        <a:rPr lang="en-US" sz="1800" b="0" i="0" u="none" strike="noStrike" noProof="0">
                          <a:solidFill>
                            <a:schemeClr val="tx1"/>
                          </a:solidFill>
                          <a:latin typeface="Menlo"/>
                        </a:rPr>
                        <a:t>0.1891 ± 0.0463</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0.7068 ± 0.0677</a:t>
                      </a:r>
                      <a:endParaRPr lang="en-US">
                        <a:solidFill>
                          <a:schemeClr val="tx1"/>
                        </a:solidFill>
                      </a:endParaRPr>
                    </a:p>
                  </a:txBody>
                  <a:tcPr/>
                </a:tc>
                <a:extLst>
                  <a:ext uri="{0D108BD9-81ED-4DB2-BD59-A6C34878D82A}">
                    <a16:rowId xmlns:a16="http://schemas.microsoft.com/office/drawing/2014/main" val="3967784109"/>
                  </a:ext>
                </a:extLst>
              </a:tr>
            </a:tbl>
          </a:graphicData>
        </a:graphic>
      </p:graphicFrame>
    </p:spTree>
    <p:extLst>
      <p:ext uri="{BB962C8B-B14F-4D97-AF65-F5344CB8AC3E}">
        <p14:creationId xmlns:p14="http://schemas.microsoft.com/office/powerpoint/2010/main" val="38493313"/>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ED481B24-3D87-4183-49A6-20127C2A8C3D}"/>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TextBox 6">
            <a:extLst>
              <a:ext uri="{FF2B5EF4-FFF2-40B4-BE49-F238E27FC236}">
                <a16:creationId xmlns:a16="http://schemas.microsoft.com/office/drawing/2014/main" id="{10D49A74-0E16-04D5-5C21-5CE9619F6311}"/>
              </a:ext>
            </a:extLst>
          </p:cNvPr>
          <p:cNvSpPr txBox="1"/>
          <p:nvPr/>
        </p:nvSpPr>
        <p:spPr>
          <a:xfrm>
            <a:off x="1100204" y="1548381"/>
            <a:ext cx="163621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C00000"/>
                </a:solidFill>
                <a:latin typeface="Arial"/>
              </a:rPr>
              <a:t>Question 3: </a:t>
            </a:r>
            <a:r>
              <a:rPr lang="en-US" sz="3600">
                <a:solidFill>
                  <a:srgbClr val="C00000"/>
                </a:solidFill>
                <a:ea typeface="+mn-lt"/>
                <a:cs typeface="+mn-lt"/>
              </a:rPr>
              <a:t>Do these effects depend on dataset type (general vs. medical images)?</a:t>
            </a:r>
            <a:endParaRPr lang="en-US" sz="3600" b="1">
              <a:latin typeface="Arial"/>
              <a:cs typeface="Arial"/>
            </a:endParaRPr>
          </a:p>
          <a:p>
            <a:pPr algn="ctr"/>
            <a:endParaRPr lang="en-US"/>
          </a:p>
        </p:txBody>
      </p:sp>
      <p:sp>
        <p:nvSpPr>
          <p:cNvPr id="9" name="Freeform 7" descr="A yellow and red logo&#10;&#10;AI-generated content may be incorrect.">
            <a:extLst>
              <a:ext uri="{FF2B5EF4-FFF2-40B4-BE49-F238E27FC236}">
                <a16:creationId xmlns:a16="http://schemas.microsoft.com/office/drawing/2014/main" id="{C2BD8BEF-8CD8-12A1-ABE1-43D01403856F}"/>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graphicFrame>
        <p:nvGraphicFramePr>
          <p:cNvPr id="14" name="Table 13">
            <a:extLst>
              <a:ext uri="{FF2B5EF4-FFF2-40B4-BE49-F238E27FC236}">
                <a16:creationId xmlns:a16="http://schemas.microsoft.com/office/drawing/2014/main" id="{512446BD-530D-D523-AD27-5056BCA723DC}"/>
              </a:ext>
            </a:extLst>
          </p:cNvPr>
          <p:cNvGraphicFramePr>
            <a:graphicFrameLocks noGrp="1"/>
          </p:cNvGraphicFramePr>
          <p:nvPr>
            <p:extLst>
              <p:ext uri="{D42A27DB-BD31-4B8C-83A1-F6EECF244321}">
                <p14:modId xmlns:p14="http://schemas.microsoft.com/office/powerpoint/2010/main" val="2708599472"/>
              </p:ext>
            </p:extLst>
          </p:nvPr>
        </p:nvGraphicFramePr>
        <p:xfrm>
          <a:off x="448247" y="6653095"/>
          <a:ext cx="8758804" cy="2834640"/>
        </p:xfrm>
        <a:graphic>
          <a:graphicData uri="http://schemas.openxmlformats.org/drawingml/2006/table">
            <a:tbl>
              <a:tblPr firstRow="1" bandRow="1">
                <a:tableStyleId>{3C2FFA5D-87B4-456A-9821-1D502468CF0F}</a:tableStyleId>
              </a:tblPr>
              <a:tblGrid>
                <a:gridCol w="1906890">
                  <a:extLst>
                    <a:ext uri="{9D8B030D-6E8A-4147-A177-3AD203B41FA5}">
                      <a16:colId xmlns:a16="http://schemas.microsoft.com/office/drawing/2014/main" val="3882637213"/>
                    </a:ext>
                  </a:extLst>
                </a:gridCol>
                <a:gridCol w="3485545">
                  <a:extLst>
                    <a:ext uri="{9D8B030D-6E8A-4147-A177-3AD203B41FA5}">
                      <a16:colId xmlns:a16="http://schemas.microsoft.com/office/drawing/2014/main" val="864057882"/>
                    </a:ext>
                  </a:extLst>
                </a:gridCol>
                <a:gridCol w="3366369">
                  <a:extLst>
                    <a:ext uri="{9D8B030D-6E8A-4147-A177-3AD203B41FA5}">
                      <a16:colId xmlns:a16="http://schemas.microsoft.com/office/drawing/2014/main" val="78326501"/>
                    </a:ext>
                  </a:extLst>
                </a:gridCol>
              </a:tblGrid>
              <a:tr h="370840">
                <a:tc>
                  <a:txBody>
                    <a:bodyPr/>
                    <a:lstStyle/>
                    <a:p>
                      <a:r>
                        <a:rPr lang="en-US" sz="2400"/>
                        <a:t>Dataset</a:t>
                      </a:r>
                    </a:p>
                  </a:txBody>
                  <a:tcPr/>
                </a:tc>
                <a:tc>
                  <a:txBody>
                    <a:bodyPr/>
                    <a:lstStyle/>
                    <a:p>
                      <a:pPr lvl="0">
                        <a:buNone/>
                      </a:pPr>
                      <a:r>
                        <a:rPr lang="en-US" sz="2400"/>
                        <a:t>Before Unlearning</a:t>
                      </a:r>
                    </a:p>
                  </a:txBody>
                  <a:tcPr/>
                </a:tc>
                <a:tc>
                  <a:txBody>
                    <a:bodyPr/>
                    <a:lstStyle/>
                    <a:p>
                      <a:pPr lvl="0">
                        <a:buNone/>
                      </a:pPr>
                      <a:r>
                        <a:rPr lang="en-US" sz="2400" u="none" strike="noStrike" noProof="0"/>
                        <a:t>After Unlearning</a:t>
                      </a:r>
                      <a:endParaRPr lang="en-US"/>
                    </a:p>
                  </a:txBody>
                  <a:tcPr/>
                </a:tc>
                <a:extLst>
                  <a:ext uri="{0D108BD9-81ED-4DB2-BD59-A6C34878D82A}">
                    <a16:rowId xmlns:a16="http://schemas.microsoft.com/office/drawing/2014/main" val="2136032475"/>
                  </a:ext>
                </a:extLst>
              </a:tr>
              <a:tr h="370840">
                <a:tc>
                  <a:txBody>
                    <a:bodyPr/>
                    <a:lstStyle/>
                    <a:p>
                      <a:r>
                        <a:rPr lang="en-US" sz="2400" b="1"/>
                        <a:t>CIFAR-10</a:t>
                      </a:r>
                    </a:p>
                  </a:txBody>
                  <a:tcPr/>
                </a:tc>
                <a:tc>
                  <a:txBody>
                    <a:bodyPr/>
                    <a:lstStyle/>
                    <a:p>
                      <a:pPr lvl="0">
                        <a:buNone/>
                      </a:pPr>
                      <a:r>
                        <a:rPr lang="en-US" sz="2400" b="1" u="none" strike="noStrike" noProof="0"/>
                        <a:t>ECE: </a:t>
                      </a:r>
                      <a:r>
                        <a:rPr lang="en-US" sz="2400" b="0" i="0" u="none" strike="noStrike" noProof="0">
                          <a:latin typeface="Calibri"/>
                        </a:rPr>
                        <a:t>0.0529 ± 0.0035</a:t>
                      </a:r>
                      <a:endParaRPr lang="en-US" b="1"/>
                    </a:p>
                    <a:p>
                      <a:pPr lvl="0">
                        <a:buNone/>
                      </a:pPr>
                      <a:r>
                        <a:rPr lang="en-US" sz="2400" b="1" u="none" strike="noStrike" noProof="0"/>
                        <a:t>BS: </a:t>
                      </a:r>
                      <a:r>
                        <a:rPr lang="en-US" sz="2400" b="0" i="0" u="none" strike="noStrike" noProof="0">
                          <a:latin typeface="Calibri"/>
                        </a:rPr>
                        <a:t>0.5873 ± 0.0017</a:t>
                      </a:r>
                    </a:p>
                    <a:p>
                      <a:pPr lvl="0">
                        <a:buNone/>
                      </a:pPr>
                      <a:r>
                        <a:rPr lang="en-US" sz="2400" b="1" u="none" strike="noStrike" noProof="0"/>
                        <a:t>Accuracy: </a:t>
                      </a:r>
                      <a:r>
                        <a:rPr lang="en-US" sz="2400" b="0" i="0" u="none" strike="noStrike" noProof="0">
                          <a:latin typeface="Calibri"/>
                        </a:rPr>
                        <a:t>0.5513 ± 0.0021</a:t>
                      </a:r>
                    </a:p>
                  </a:txBody>
                  <a:tcPr/>
                </a:tc>
                <a:tc>
                  <a:txBody>
                    <a:bodyPr/>
                    <a:lstStyle/>
                    <a:p>
                      <a:pPr lvl="0">
                        <a:buNone/>
                      </a:pPr>
                      <a:r>
                        <a:rPr lang="en-US" sz="2400" b="1" u="none" strike="noStrike" noProof="0"/>
                        <a:t>ECE: </a:t>
                      </a:r>
                      <a:r>
                        <a:rPr lang="en-US" sz="2400" b="0" i="0" u="none" strike="noStrike" noProof="0">
                          <a:latin typeface="Calibri"/>
                        </a:rPr>
                        <a:t>0.0541 ± 0.0042</a:t>
                      </a:r>
                      <a:endParaRPr lang="en-US" sz="2400" u="none" strike="noStrike" noProof="0">
                        <a:solidFill>
                          <a:srgbClr val="000000"/>
                        </a:solidFill>
                      </a:endParaRPr>
                    </a:p>
                    <a:p>
                      <a:pPr lvl="0">
                        <a:buNone/>
                      </a:pPr>
                      <a:r>
                        <a:rPr lang="en-US" sz="2400" b="1" u="none" strike="noStrike" noProof="0"/>
                        <a:t>BS:</a:t>
                      </a:r>
                      <a:r>
                        <a:rPr lang="en-US" sz="2400" u="none" strike="noStrike" noProof="0"/>
                        <a:t> </a:t>
                      </a:r>
                      <a:r>
                        <a:rPr lang="en-US" sz="2400" b="0" i="0" u="none" strike="noStrike" noProof="0">
                          <a:latin typeface="Calibri"/>
                        </a:rPr>
                        <a:t>0.5951 ± 0.0012</a:t>
                      </a:r>
                    </a:p>
                    <a:p>
                      <a:pPr lvl="0">
                        <a:buNone/>
                      </a:pPr>
                      <a:r>
                        <a:rPr lang="en-US" sz="2400" b="1" i="0" u="none" strike="noStrike" noProof="0">
                          <a:solidFill>
                            <a:srgbClr val="000000"/>
                          </a:solidFill>
                          <a:latin typeface="Calibri"/>
                        </a:rPr>
                        <a:t>Accuracy: </a:t>
                      </a:r>
                      <a:r>
                        <a:rPr lang="en-US" sz="2400" b="0" i="0" u="none" strike="noStrike" noProof="0">
                          <a:solidFill>
                            <a:srgbClr val="000000"/>
                          </a:solidFill>
                        </a:rPr>
                        <a:t>0.5419 ± 0.002</a:t>
                      </a:r>
                      <a:endParaRPr lang="en-US"/>
                    </a:p>
                  </a:txBody>
                  <a:tcPr/>
                </a:tc>
                <a:extLst>
                  <a:ext uri="{0D108BD9-81ED-4DB2-BD59-A6C34878D82A}">
                    <a16:rowId xmlns:a16="http://schemas.microsoft.com/office/drawing/2014/main" val="4205671817"/>
                  </a:ext>
                </a:extLst>
              </a:tr>
              <a:tr h="370840">
                <a:tc>
                  <a:txBody>
                    <a:bodyPr/>
                    <a:lstStyle/>
                    <a:p>
                      <a:r>
                        <a:rPr lang="en-US" sz="2400" b="1" err="1"/>
                        <a:t>DermaMNIST</a:t>
                      </a:r>
                      <a:endParaRPr lang="en-US" sz="2400" b="1"/>
                    </a:p>
                  </a:txBody>
                  <a:tcPr/>
                </a:tc>
                <a:tc>
                  <a:txBody>
                    <a:bodyPr/>
                    <a:lstStyle/>
                    <a:p>
                      <a:pPr lvl="0">
                        <a:buNone/>
                      </a:pPr>
                      <a:r>
                        <a:rPr lang="en-US" sz="2400" b="1" u="none" strike="noStrike" noProof="0"/>
                        <a:t>ECE</a:t>
                      </a:r>
                      <a:r>
                        <a:rPr lang="en-US" sz="2400" u="none" strike="noStrike" noProof="0"/>
                        <a:t>: </a:t>
                      </a:r>
                      <a:r>
                        <a:rPr lang="en-US" sz="2400" b="0" i="0" u="none" strike="noStrike" noProof="0">
                          <a:latin typeface="Calibri"/>
                        </a:rPr>
                        <a:t>0.0431 ± 0.0049</a:t>
                      </a:r>
                      <a:br>
                        <a:rPr lang="en-US" sz="2400" u="none" strike="noStrike" noProof="0"/>
                      </a:br>
                      <a:r>
                        <a:rPr lang="en-US" sz="2400" b="1" u="none" strike="noStrike" noProof="0"/>
                        <a:t>BS: </a:t>
                      </a:r>
                      <a:r>
                        <a:rPr lang="en-US" sz="2400" b="0" i="0" u="none" strike="noStrike" noProof="0">
                          <a:latin typeface="Calibri"/>
                        </a:rPr>
                        <a:t>0.4536 ± 0.0026</a:t>
                      </a:r>
                      <a:endParaRPr lang="en-US" sz="2400" b="1" u="none" strike="noStrike" noProof="0"/>
                    </a:p>
                    <a:p>
                      <a:pPr lvl="0">
                        <a:buNone/>
                      </a:pPr>
                      <a:r>
                        <a:rPr lang="en-US" sz="2400" b="1" i="0" u="none" strike="noStrike" noProof="0">
                          <a:solidFill>
                            <a:srgbClr val="000000"/>
                          </a:solidFill>
                          <a:latin typeface="Calibri"/>
                        </a:rPr>
                        <a:t>Accuracy: </a:t>
                      </a:r>
                      <a:r>
                        <a:rPr lang="en-US" sz="2400" b="0" i="0" u="none" strike="noStrike" noProof="0">
                          <a:solidFill>
                            <a:srgbClr val="000000"/>
                          </a:solidFill>
                        </a:rPr>
                        <a:t>0.6690 ± 0.0002</a:t>
                      </a:r>
                      <a:endParaRPr lang="en-US"/>
                    </a:p>
                  </a:txBody>
                  <a:tcPr/>
                </a:tc>
                <a:tc>
                  <a:txBody>
                    <a:bodyPr/>
                    <a:lstStyle/>
                    <a:p>
                      <a:pPr lvl="0">
                        <a:buNone/>
                      </a:pPr>
                      <a:r>
                        <a:rPr lang="en-US" sz="2400" b="1" u="none" strike="noStrike" noProof="0"/>
                        <a:t>ECE:</a:t>
                      </a:r>
                      <a:r>
                        <a:rPr lang="en-US" sz="2400" u="none" strike="noStrike" noProof="0"/>
                        <a:t> </a:t>
                      </a:r>
                      <a:r>
                        <a:rPr lang="en-US" sz="2400" b="0" i="0" u="none" strike="noStrike" noProof="0">
                          <a:latin typeface="Calibri"/>
                        </a:rPr>
                        <a:t>0.0556 ± 0.0029</a:t>
                      </a:r>
                      <a:br>
                        <a:rPr lang="en-US" sz="2400" u="none" strike="noStrike" noProof="0"/>
                      </a:br>
                      <a:r>
                        <a:rPr lang="en-US" sz="2400" b="1" u="none" strike="noStrike" noProof="0"/>
                        <a:t>BS:</a:t>
                      </a:r>
                      <a:r>
                        <a:rPr lang="en-US" sz="2400" u="none" strike="noStrike" noProof="0"/>
                        <a:t> </a:t>
                      </a:r>
                      <a:r>
                        <a:rPr lang="en-US" sz="2400" b="0" i="0" u="none" strike="noStrike" noProof="0">
                          <a:latin typeface="Calibri"/>
                        </a:rPr>
                        <a:t>0.4585 ± 0.0016 </a:t>
                      </a:r>
                      <a:endParaRPr lang="en-US" sz="2400" u="none" strike="noStrike" noProof="0">
                        <a:solidFill>
                          <a:srgbClr val="000000"/>
                        </a:solidFill>
                      </a:endParaRPr>
                    </a:p>
                    <a:p>
                      <a:pPr lvl="0">
                        <a:buNone/>
                      </a:pPr>
                      <a:r>
                        <a:rPr lang="en-US" sz="2400" b="1" i="0" u="none" strike="noStrike" noProof="0">
                          <a:solidFill>
                            <a:srgbClr val="000000"/>
                          </a:solidFill>
                          <a:latin typeface="Calibri"/>
                        </a:rPr>
                        <a:t>Accuracy: </a:t>
                      </a:r>
                      <a:r>
                        <a:rPr lang="en-US" sz="2400" b="0" i="0" u="none" strike="noStrike" noProof="0">
                          <a:solidFill>
                            <a:srgbClr val="000000"/>
                          </a:solidFill>
                        </a:rPr>
                        <a:t>0.6688 ± 0.000</a:t>
                      </a:r>
                      <a:endParaRPr lang="en-US"/>
                    </a:p>
                  </a:txBody>
                  <a:tcPr/>
                </a:tc>
                <a:extLst>
                  <a:ext uri="{0D108BD9-81ED-4DB2-BD59-A6C34878D82A}">
                    <a16:rowId xmlns:a16="http://schemas.microsoft.com/office/drawing/2014/main" val="3764954358"/>
                  </a:ext>
                </a:extLst>
              </a:tr>
            </a:tbl>
          </a:graphicData>
        </a:graphic>
      </p:graphicFrame>
      <p:sp>
        <p:nvSpPr>
          <p:cNvPr id="3" name="TextBox 2">
            <a:extLst>
              <a:ext uri="{FF2B5EF4-FFF2-40B4-BE49-F238E27FC236}">
                <a16:creationId xmlns:a16="http://schemas.microsoft.com/office/drawing/2014/main" id="{E56338D5-A9FC-C6B1-7285-6A802B82B067}"/>
              </a:ext>
            </a:extLst>
          </p:cNvPr>
          <p:cNvSpPr txBox="1"/>
          <p:nvPr/>
        </p:nvSpPr>
        <p:spPr>
          <a:xfrm>
            <a:off x="1099127" y="2212603"/>
            <a:ext cx="1667886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mn-lt"/>
                <a:cs typeface="+mn-lt"/>
              </a:rPr>
              <a:t>We removed 5% of data using Deep Ensembles and SISA on CIFAR-10 and DERMAMNIST, running each setup 3 times and reporting ECE/Brier mean ± STD.</a:t>
            </a:r>
            <a:endParaRPr lang="en-US" sz="3200">
              <a:ea typeface="Calibri"/>
              <a:cs typeface="Calibri"/>
            </a:endParaRPr>
          </a:p>
        </p:txBody>
      </p:sp>
      <p:pic>
        <p:nvPicPr>
          <p:cNvPr id="6" name="Picture 5" descr="A graph of brier score&#10;&#10;AI-generated content may be incorrect.">
            <a:extLst>
              <a:ext uri="{FF2B5EF4-FFF2-40B4-BE49-F238E27FC236}">
                <a16:creationId xmlns:a16="http://schemas.microsoft.com/office/drawing/2014/main" id="{5DADB6A6-F95D-B308-9858-BC0BF2F898F1}"/>
              </a:ext>
            </a:extLst>
          </p:cNvPr>
          <p:cNvPicPr>
            <a:picLocks noChangeAspect="1"/>
          </p:cNvPicPr>
          <p:nvPr/>
        </p:nvPicPr>
        <p:blipFill>
          <a:blip r:embed="rId4"/>
          <a:stretch>
            <a:fillRect/>
          </a:stretch>
        </p:blipFill>
        <p:spPr>
          <a:xfrm>
            <a:off x="9284494" y="5929312"/>
            <a:ext cx="8863011" cy="4286248"/>
          </a:xfrm>
          <a:prstGeom prst="rect">
            <a:avLst/>
          </a:prstGeom>
        </p:spPr>
      </p:pic>
      <p:sp>
        <p:nvSpPr>
          <p:cNvPr id="12" name="TextBox 11">
            <a:extLst>
              <a:ext uri="{FF2B5EF4-FFF2-40B4-BE49-F238E27FC236}">
                <a16:creationId xmlns:a16="http://schemas.microsoft.com/office/drawing/2014/main" id="{46965AC7-5257-B8D3-EAB2-FDF7BBAC6163}"/>
              </a:ext>
            </a:extLst>
          </p:cNvPr>
          <p:cNvSpPr txBox="1"/>
          <p:nvPr/>
        </p:nvSpPr>
        <p:spPr>
          <a:xfrm>
            <a:off x="1099127" y="3284164"/>
            <a:ext cx="1667886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mn-lt"/>
                <a:cs typeface="+mn-lt"/>
              </a:rPr>
              <a:t>Findings:  </a:t>
            </a:r>
            <a:endParaRPr lang="en-US">
              <a:ea typeface="Calibri"/>
              <a:cs typeface="Calibri"/>
            </a:endParaRPr>
          </a:p>
          <a:p>
            <a:pPr marL="457200" indent="-457200">
              <a:buFont typeface="Arial"/>
              <a:buChar char="•"/>
            </a:pPr>
            <a:r>
              <a:rPr lang="en-US" sz="3200">
                <a:ea typeface="Calibri"/>
                <a:cs typeface="Calibri"/>
              </a:rPr>
              <a:t>There is a minimal drop in accuracy after in both the datasets unlearning.</a:t>
            </a:r>
            <a:endParaRPr lang="en-US">
              <a:ea typeface="Calibri"/>
              <a:cs typeface="Calibri"/>
            </a:endParaRPr>
          </a:p>
          <a:p>
            <a:pPr marL="457200" indent="-457200">
              <a:buFont typeface="Arial"/>
              <a:buChar char="•"/>
            </a:pPr>
            <a:r>
              <a:rPr lang="en-US" sz="3200" err="1">
                <a:ea typeface="+mn-lt"/>
                <a:cs typeface="+mn-lt"/>
              </a:rPr>
              <a:t>DermaMNIST</a:t>
            </a:r>
            <a:r>
              <a:rPr lang="en-US" sz="3200">
                <a:ea typeface="+mn-lt"/>
                <a:cs typeface="+mn-lt"/>
              </a:rPr>
              <a:t> showed a significantly larger ECE degradation after unlearning, likely due to its much smaller training dataset (10,000 images vs. 60,000 for CIFAR-10).</a:t>
            </a:r>
          </a:p>
          <a:p>
            <a:pPr marL="457200" indent="-457200">
              <a:buFont typeface="Arial"/>
              <a:buChar char="•"/>
            </a:pPr>
            <a:r>
              <a:rPr lang="en-US" sz="3200">
                <a:ea typeface="+mn-lt"/>
                <a:cs typeface="+mn-lt"/>
              </a:rPr>
              <a:t>The Brier Score (overall prediction quality) also worsens slightly for both datasets.</a:t>
            </a:r>
          </a:p>
        </p:txBody>
      </p:sp>
    </p:spTree>
    <p:extLst>
      <p:ext uri="{BB962C8B-B14F-4D97-AF65-F5344CB8AC3E}">
        <p14:creationId xmlns:p14="http://schemas.microsoft.com/office/powerpoint/2010/main" val="2532341142"/>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F8CB43A4-D8F4-B8A4-8F2D-D02424E7D1F6}"/>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Univers LT Std 2"/>
                <a:cs typeface="Univers LT Std 2"/>
              </a:rPr>
              <a:t>Experimental Results</a:t>
            </a:r>
            <a:endParaRPr lang="en-US" sz="6600" b="1" spc="300">
              <a:solidFill>
                <a:srgbClr val="C00000"/>
              </a:solidFill>
              <a:latin typeface="Univers Condensed" panose="020B0506020202050204" pitchFamily="34" charset="0"/>
              <a:ea typeface="Univers LT Std 2"/>
              <a:cs typeface="Univers LT Std 2"/>
            </a:endParaRPr>
          </a:p>
        </p:txBody>
      </p:sp>
      <p:sp>
        <p:nvSpPr>
          <p:cNvPr id="7" name="TextBox 6">
            <a:extLst>
              <a:ext uri="{FF2B5EF4-FFF2-40B4-BE49-F238E27FC236}">
                <a16:creationId xmlns:a16="http://schemas.microsoft.com/office/drawing/2014/main" id="{93656176-6E06-D141-B0EC-CA8F000A512F}"/>
              </a:ext>
            </a:extLst>
          </p:cNvPr>
          <p:cNvSpPr txBox="1"/>
          <p:nvPr/>
        </p:nvSpPr>
        <p:spPr>
          <a:xfrm>
            <a:off x="1101846" y="2036234"/>
            <a:ext cx="16863164" cy="82484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C00000"/>
                </a:solidFill>
                <a:latin typeface="Arial"/>
              </a:rPr>
              <a:t>Question 4: How does unlearning different data modalities affect predictive uncertainty?</a:t>
            </a:r>
            <a:endParaRPr lang="en-US" sz="3200">
              <a:solidFill>
                <a:srgbClr val="000000"/>
              </a:solidFill>
              <a:latin typeface="Arial"/>
            </a:endParaRPr>
          </a:p>
          <a:p>
            <a:endParaRPr lang="en-US" sz="2000">
              <a:solidFill>
                <a:srgbClr val="C00000"/>
              </a:solidFill>
              <a:latin typeface="Arial"/>
              <a:cs typeface="Arial"/>
            </a:endParaRPr>
          </a:p>
          <a:p>
            <a:r>
              <a:rPr lang="en-US" sz="2800">
                <a:latin typeface="Arial"/>
                <a:cs typeface="Arial"/>
              </a:rPr>
              <a:t>Unlearning method: First-order based</a:t>
            </a:r>
          </a:p>
          <a:p>
            <a:r>
              <a:rPr lang="en-US" sz="2800">
                <a:latin typeface="Arial"/>
                <a:cs typeface="Arial"/>
              </a:rPr>
              <a:t>Uncertainty method: Temperature Scaling</a:t>
            </a:r>
          </a:p>
          <a:p>
            <a:r>
              <a:rPr lang="en-US" sz="2800">
                <a:latin typeface="Arial"/>
                <a:cs typeface="Arial"/>
              </a:rPr>
              <a:t>5% unlearned per data modality (Instances, Gaussian Noises, Modified Labels) and results averaged over 3 runs.</a:t>
            </a:r>
            <a:endParaRPr lang="en-US" sz="2800">
              <a:ea typeface="Calibri"/>
              <a:cs typeface="Calibri"/>
            </a:endParaRPr>
          </a:p>
          <a:p>
            <a:endParaRPr lang="en-US" sz="2800">
              <a:latin typeface="Arial"/>
              <a:cs typeface="Arial"/>
            </a:endParaRPr>
          </a:p>
          <a:p>
            <a:r>
              <a:rPr lang="en-US" sz="2800" b="1">
                <a:latin typeface="Arial"/>
                <a:cs typeface="Arial"/>
              </a:rPr>
              <a:t>Findings:</a:t>
            </a:r>
          </a:p>
          <a:p>
            <a:pPr marL="457200" indent="-457200">
              <a:buFont typeface="Arial"/>
              <a:buChar char="•"/>
            </a:pPr>
            <a:r>
              <a:rPr lang="en-US" sz="2800">
                <a:solidFill>
                  <a:srgbClr val="000000"/>
                </a:solidFill>
                <a:latin typeface="Arial"/>
                <a:cs typeface="Arial"/>
              </a:rPr>
              <a:t>Unlearning label modified data results in the highest uncertainty with worse ECE and BS compared to other modalities.</a:t>
            </a:r>
          </a:p>
          <a:p>
            <a:pPr marL="457200" indent="-457200">
              <a:buFont typeface="Arial"/>
              <a:buChar char="•"/>
            </a:pPr>
            <a:r>
              <a:rPr lang="en-US" sz="2800">
                <a:solidFill>
                  <a:srgbClr val="000000"/>
                </a:solidFill>
                <a:latin typeface="Arial"/>
                <a:cs typeface="Arial"/>
              </a:rPr>
              <a:t>Instance and Gaussian Noise have similar and mild impacts on uncertainty, which indicates that not all modalities have the same effect on model confidence.</a:t>
            </a:r>
            <a:endParaRPr lang="en-US" sz="2800">
              <a:ea typeface="Calibri"/>
              <a:cs typeface="Calibri"/>
            </a:endParaRPr>
          </a:p>
          <a:p>
            <a:endParaRPr lang="en-US" sz="3600">
              <a:solidFill>
                <a:srgbClr val="000000"/>
              </a:solidFill>
              <a:latin typeface="Arial"/>
              <a:cs typeface="Arial"/>
            </a:endParaRPr>
          </a:p>
          <a:p>
            <a:endParaRPr lang="en-US" sz="3600">
              <a:solidFill>
                <a:srgbClr val="C00000"/>
              </a:solidFill>
              <a:latin typeface="Arial"/>
              <a:cs typeface="Arial"/>
            </a:endParaRPr>
          </a:p>
          <a:p>
            <a:endParaRPr lang="en-US" sz="3600">
              <a:solidFill>
                <a:srgbClr val="C00000"/>
              </a:solidFill>
              <a:latin typeface="Arial"/>
              <a:ea typeface="Calibri"/>
              <a:cs typeface="Arial"/>
            </a:endParaRPr>
          </a:p>
          <a:p>
            <a:endParaRPr lang="en-US" sz="3600">
              <a:solidFill>
                <a:srgbClr val="C00000"/>
              </a:solidFill>
              <a:latin typeface="Arial"/>
              <a:ea typeface="Calibri"/>
              <a:cs typeface="Arial"/>
            </a:endParaRPr>
          </a:p>
          <a:p>
            <a:endParaRPr lang="en-US" sz="3600">
              <a:solidFill>
                <a:srgbClr val="C00000"/>
              </a:solidFill>
              <a:latin typeface="Arial"/>
              <a:ea typeface="Calibri"/>
              <a:cs typeface="Arial"/>
            </a:endParaRPr>
          </a:p>
          <a:p>
            <a:pPr algn="ctr"/>
            <a:endParaRPr lang="en-US">
              <a:ea typeface="Calibri"/>
              <a:cs typeface="Calibri"/>
            </a:endParaRPr>
          </a:p>
        </p:txBody>
      </p:sp>
      <p:sp>
        <p:nvSpPr>
          <p:cNvPr id="9" name="Freeform 7" descr="A yellow and red logo&#10;&#10;AI-generated content may be incorrect.">
            <a:extLst>
              <a:ext uri="{FF2B5EF4-FFF2-40B4-BE49-F238E27FC236}">
                <a16:creationId xmlns:a16="http://schemas.microsoft.com/office/drawing/2014/main" id="{E99C31A0-1B17-F89D-A20D-C04AB8EDDFBC}"/>
              </a:ext>
            </a:extLst>
          </p:cNvPr>
          <p:cNvSpPr/>
          <p:nvPr/>
        </p:nvSpPr>
        <p:spPr>
          <a:xfrm>
            <a:off x="15748566" y="513347"/>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2"/>
            <a:stretch>
              <a:fillRect l="-9842" t="-32950" r="-9031" b="-148586"/>
            </a:stretch>
          </a:blipFill>
        </p:spPr>
        <p:txBody>
          <a:bodyPr/>
          <a:lstStyle/>
          <a:p>
            <a:endParaRPr lang="en-US"/>
          </a:p>
        </p:txBody>
      </p:sp>
      <p:sp>
        <p:nvSpPr>
          <p:cNvPr id="2" name="TextBox 1">
            <a:extLst>
              <a:ext uri="{FF2B5EF4-FFF2-40B4-BE49-F238E27FC236}">
                <a16:creationId xmlns:a16="http://schemas.microsoft.com/office/drawing/2014/main" id="{F3937223-4928-F73A-3C4F-A3C45914F82D}"/>
              </a:ext>
            </a:extLst>
          </p:cNvPr>
          <p:cNvSpPr txBox="1"/>
          <p:nvPr/>
        </p:nvSpPr>
        <p:spPr>
          <a:xfrm>
            <a:off x="3049219" y="9436674"/>
            <a:ext cx="115722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Table shows the effects of unlearning 5% of different data modalities on model confidence and predictive uncertainty</a:t>
            </a:r>
            <a:endParaRPr lang="en-US"/>
          </a:p>
        </p:txBody>
      </p:sp>
      <p:graphicFrame>
        <p:nvGraphicFramePr>
          <p:cNvPr id="4" name="Table 3">
            <a:extLst>
              <a:ext uri="{FF2B5EF4-FFF2-40B4-BE49-F238E27FC236}">
                <a16:creationId xmlns:a16="http://schemas.microsoft.com/office/drawing/2014/main" id="{77095A38-FAED-7D0D-9834-F23B75CA14AB}"/>
              </a:ext>
            </a:extLst>
          </p:cNvPr>
          <p:cNvGraphicFramePr>
            <a:graphicFrameLocks noGrp="1"/>
          </p:cNvGraphicFramePr>
          <p:nvPr>
            <p:extLst>
              <p:ext uri="{D42A27DB-BD31-4B8C-83A1-F6EECF244321}">
                <p14:modId xmlns:p14="http://schemas.microsoft.com/office/powerpoint/2010/main" val="4227023299"/>
              </p:ext>
            </p:extLst>
          </p:nvPr>
        </p:nvGraphicFramePr>
        <p:xfrm>
          <a:off x="3435300" y="7489395"/>
          <a:ext cx="10454591" cy="1727219"/>
        </p:xfrm>
        <a:graphic>
          <a:graphicData uri="http://schemas.openxmlformats.org/drawingml/2006/table">
            <a:tbl>
              <a:tblPr firstRow="1" bandRow="1">
                <a:tableStyleId>{5C22544A-7EE6-4342-B048-85BDC9FD1C3A}</a:tableStyleId>
              </a:tblPr>
              <a:tblGrid>
                <a:gridCol w="2817179">
                  <a:extLst>
                    <a:ext uri="{9D8B030D-6E8A-4147-A177-3AD203B41FA5}">
                      <a16:colId xmlns:a16="http://schemas.microsoft.com/office/drawing/2014/main" val="3150959769"/>
                    </a:ext>
                  </a:extLst>
                </a:gridCol>
                <a:gridCol w="3226726">
                  <a:extLst>
                    <a:ext uri="{9D8B030D-6E8A-4147-A177-3AD203B41FA5}">
                      <a16:colId xmlns:a16="http://schemas.microsoft.com/office/drawing/2014/main" val="1411962381"/>
                    </a:ext>
                  </a:extLst>
                </a:gridCol>
                <a:gridCol w="4410686">
                  <a:extLst>
                    <a:ext uri="{9D8B030D-6E8A-4147-A177-3AD203B41FA5}">
                      <a16:colId xmlns:a16="http://schemas.microsoft.com/office/drawing/2014/main" val="2734165055"/>
                    </a:ext>
                  </a:extLst>
                </a:gridCol>
              </a:tblGrid>
              <a:tr h="558800">
                <a:tc>
                  <a:txBody>
                    <a:bodyPr/>
                    <a:lstStyle/>
                    <a:p>
                      <a:r>
                        <a:rPr lang="en-US"/>
                        <a:t>Modality</a:t>
                      </a:r>
                    </a:p>
                  </a:txBody>
                  <a:tcPr/>
                </a:tc>
                <a:tc>
                  <a:txBody>
                    <a:bodyPr/>
                    <a:lstStyle/>
                    <a:p>
                      <a:r>
                        <a:rPr lang="en-US">
                          <a:solidFill>
                            <a:schemeClr val="bg1"/>
                          </a:solidFill>
                        </a:rPr>
                        <a:t>ECE </a:t>
                      </a:r>
                      <a:r>
                        <a:rPr lang="en-US" sz="1800" b="0" i="0" u="none" strike="noStrike" noProof="0">
                          <a:solidFill>
                            <a:schemeClr val="bg1"/>
                          </a:solidFill>
                          <a:latin typeface="Menlo"/>
                        </a:rPr>
                        <a:t>(mean ± std)</a:t>
                      </a:r>
                      <a:endParaRPr lang="en-US">
                        <a:solidFill>
                          <a:schemeClr val="bg1"/>
                        </a:solidFill>
                      </a:endParaRPr>
                    </a:p>
                  </a:txBody>
                  <a:tcPr/>
                </a:tc>
                <a:tc>
                  <a:txBody>
                    <a:bodyPr/>
                    <a:lstStyle/>
                    <a:p>
                      <a:r>
                        <a:rPr lang="en-US">
                          <a:solidFill>
                            <a:schemeClr val="bg1"/>
                          </a:solidFill>
                        </a:rPr>
                        <a:t>Brier Score </a:t>
                      </a:r>
                      <a:r>
                        <a:rPr lang="en-US" sz="1800" b="0" i="0" u="none" strike="noStrike" noProof="0">
                          <a:solidFill>
                            <a:schemeClr val="bg1"/>
                          </a:solidFill>
                          <a:latin typeface="Menlo"/>
                        </a:rPr>
                        <a:t>(mean ± std)</a:t>
                      </a:r>
                      <a:endParaRPr lang="en-US">
                        <a:solidFill>
                          <a:schemeClr val="bg1"/>
                        </a:solidFill>
                      </a:endParaRPr>
                    </a:p>
                  </a:txBody>
                  <a:tcPr/>
                </a:tc>
                <a:extLst>
                  <a:ext uri="{0D108BD9-81ED-4DB2-BD59-A6C34878D82A}">
                    <a16:rowId xmlns:a16="http://schemas.microsoft.com/office/drawing/2014/main" val="3681268387"/>
                  </a:ext>
                </a:extLst>
              </a:tr>
              <a:tr h="389473">
                <a:tc>
                  <a:txBody>
                    <a:bodyPr/>
                    <a:lstStyle/>
                    <a:p>
                      <a:r>
                        <a:rPr lang="en-US"/>
                        <a:t>Instances</a:t>
                      </a:r>
                    </a:p>
                  </a:txBody>
                  <a:tcPr/>
                </a:tc>
                <a:tc>
                  <a:txBody>
                    <a:bodyPr/>
                    <a:lstStyle/>
                    <a:p>
                      <a:pPr lvl="0">
                        <a:buNone/>
                      </a:pPr>
                      <a:r>
                        <a:rPr lang="en-US" sz="1800" b="0" i="0" u="none" strike="noStrike" noProof="0">
                          <a:solidFill>
                            <a:schemeClr val="tx1"/>
                          </a:solidFill>
                          <a:latin typeface="Menlo"/>
                        </a:rPr>
                        <a:t>0.0205 ± 0.0019</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0.5182 ± 0.0284</a:t>
                      </a:r>
                      <a:endParaRPr lang="en-US">
                        <a:solidFill>
                          <a:schemeClr val="tx1"/>
                        </a:solidFill>
                      </a:endParaRPr>
                    </a:p>
                  </a:txBody>
                  <a:tcPr/>
                </a:tc>
                <a:extLst>
                  <a:ext uri="{0D108BD9-81ED-4DB2-BD59-A6C34878D82A}">
                    <a16:rowId xmlns:a16="http://schemas.microsoft.com/office/drawing/2014/main" val="1268994284"/>
                  </a:ext>
                </a:extLst>
              </a:tr>
              <a:tr h="389473">
                <a:tc>
                  <a:txBody>
                    <a:bodyPr/>
                    <a:lstStyle/>
                    <a:p>
                      <a:r>
                        <a:rPr lang="en-US"/>
                        <a:t>Gaussian Noises</a:t>
                      </a:r>
                    </a:p>
                  </a:txBody>
                  <a:tcPr/>
                </a:tc>
                <a:tc>
                  <a:txBody>
                    <a:bodyPr/>
                    <a:lstStyle/>
                    <a:p>
                      <a:pPr lvl="0">
                        <a:buNone/>
                      </a:pPr>
                      <a:r>
                        <a:rPr lang="en-US" sz="1800" b="0" i="0" u="none" strike="noStrike" noProof="0">
                          <a:solidFill>
                            <a:schemeClr val="tx1"/>
                          </a:solidFill>
                          <a:latin typeface="Menlo"/>
                        </a:rPr>
                        <a:t>0.0205 ± 0.0038</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0.5253 ± 0.0337</a:t>
                      </a:r>
                      <a:endParaRPr lang="en-US">
                        <a:solidFill>
                          <a:schemeClr val="tx1"/>
                        </a:solidFill>
                      </a:endParaRPr>
                    </a:p>
                  </a:txBody>
                  <a:tcPr/>
                </a:tc>
                <a:extLst>
                  <a:ext uri="{0D108BD9-81ED-4DB2-BD59-A6C34878D82A}">
                    <a16:rowId xmlns:a16="http://schemas.microsoft.com/office/drawing/2014/main" val="1009159016"/>
                  </a:ext>
                </a:extLst>
              </a:tr>
              <a:tr h="389473">
                <a:tc>
                  <a:txBody>
                    <a:bodyPr/>
                    <a:lstStyle/>
                    <a:p>
                      <a:r>
                        <a:rPr lang="en-US"/>
                        <a:t>Modified Labels</a:t>
                      </a:r>
                    </a:p>
                  </a:txBody>
                  <a:tcPr/>
                </a:tc>
                <a:tc>
                  <a:txBody>
                    <a:bodyPr/>
                    <a:lstStyle/>
                    <a:p>
                      <a:pPr lvl="0">
                        <a:buNone/>
                      </a:pPr>
                      <a:r>
                        <a:rPr lang="en-US" sz="1800" b="0" i="0" u="none" strike="noStrike" noProof="0">
                          <a:solidFill>
                            <a:schemeClr val="tx1"/>
                          </a:solidFill>
                          <a:latin typeface="Menlo"/>
                        </a:rPr>
                        <a:t>0.0402 ± 0.0199</a:t>
                      </a:r>
                      <a:endParaRPr lang="en-US">
                        <a:solidFill>
                          <a:schemeClr val="tx1"/>
                        </a:solidFill>
                      </a:endParaRPr>
                    </a:p>
                  </a:txBody>
                  <a:tcPr/>
                </a:tc>
                <a:tc>
                  <a:txBody>
                    <a:bodyPr/>
                    <a:lstStyle/>
                    <a:p>
                      <a:pPr lvl="0">
                        <a:buNone/>
                      </a:pPr>
                      <a:r>
                        <a:rPr lang="en-US" sz="1800" b="0" i="0" u="none" strike="noStrike" noProof="0">
                          <a:solidFill>
                            <a:schemeClr val="tx1"/>
                          </a:solidFill>
                          <a:latin typeface="Menlo"/>
                        </a:rPr>
                        <a:t>0.5989 ± 0.0546</a:t>
                      </a:r>
                      <a:endParaRPr lang="en-US">
                        <a:solidFill>
                          <a:schemeClr val="tx1"/>
                        </a:solidFill>
                      </a:endParaRPr>
                    </a:p>
                  </a:txBody>
                  <a:tcPr/>
                </a:tc>
                <a:extLst>
                  <a:ext uri="{0D108BD9-81ED-4DB2-BD59-A6C34878D82A}">
                    <a16:rowId xmlns:a16="http://schemas.microsoft.com/office/drawing/2014/main" val="3003024974"/>
                  </a:ext>
                </a:extLst>
              </a:tr>
            </a:tbl>
          </a:graphicData>
        </a:graphic>
      </p:graphicFrame>
    </p:spTree>
    <p:extLst>
      <p:ext uri="{BB962C8B-B14F-4D97-AF65-F5344CB8AC3E}">
        <p14:creationId xmlns:p14="http://schemas.microsoft.com/office/powerpoint/2010/main" val="1870904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7DD65753-E44E-12F6-3FC3-CC7419F0D6E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1AB6E07-4D5F-52E1-ED9B-B2A4512CB595}"/>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a:ea typeface="+mn-lt"/>
                <a:cs typeface="+mn-lt"/>
                <a:sym typeface="Univers LT Std 2"/>
              </a:rPr>
              <a:t>Conclusion and Future Work</a:t>
            </a:r>
            <a:endParaRPr lang="en-US"/>
          </a:p>
        </p:txBody>
      </p:sp>
      <p:sp>
        <p:nvSpPr>
          <p:cNvPr id="7" name="Freeform 7">
            <a:extLst>
              <a:ext uri="{FF2B5EF4-FFF2-40B4-BE49-F238E27FC236}">
                <a16:creationId xmlns:a16="http://schemas.microsoft.com/office/drawing/2014/main" id="{27FBA472-7A81-6775-BBF5-22E6626CF3AE}"/>
              </a:ext>
            </a:extLst>
          </p:cNvPr>
          <p:cNvSpPr/>
          <p:nvPr/>
        </p:nvSpPr>
        <p:spPr>
          <a:xfrm>
            <a:off x="15412639" y="689480"/>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F4A533F0-5A04-67B0-E79D-5E257055C592}"/>
              </a:ext>
            </a:extLst>
          </p:cNvPr>
          <p:cNvSpPr>
            <a:spLocks noGrp="1"/>
          </p:cNvSpPr>
          <p:nvPr>
            <p:ph type="sldNum" sz="quarter" idx="12"/>
          </p:nvPr>
        </p:nvSpPr>
        <p:spPr>
          <a:xfrm>
            <a:off x="15320672" y="9232395"/>
            <a:ext cx="2133600" cy="365125"/>
          </a:xfrm>
        </p:spPr>
        <p:txBody>
          <a:bodyPr/>
          <a:lstStyle/>
          <a:p>
            <a:fld id="{B6F15528-21DE-4FAA-801E-634DDDAF4B2B}" type="slidenum">
              <a:rPr lang="en-US" smtClean="0"/>
              <a:pPr/>
              <a:t>19</a:t>
            </a:fld>
            <a:endParaRPr lang="en-US"/>
          </a:p>
        </p:txBody>
      </p:sp>
      <p:sp>
        <p:nvSpPr>
          <p:cNvPr id="5" name="TextBox 4">
            <a:extLst>
              <a:ext uri="{FF2B5EF4-FFF2-40B4-BE49-F238E27FC236}">
                <a16:creationId xmlns:a16="http://schemas.microsoft.com/office/drawing/2014/main" id="{A6B6157E-BB31-9FDD-7EE3-21BE304622A6}"/>
              </a:ext>
            </a:extLst>
          </p:cNvPr>
          <p:cNvSpPr txBox="1"/>
          <p:nvPr/>
        </p:nvSpPr>
        <p:spPr>
          <a:xfrm>
            <a:off x="1098114" y="1833736"/>
            <a:ext cx="15909160" cy="7381508"/>
          </a:xfrm>
          <a:prstGeom prst="rect">
            <a:avLst/>
          </a:prstGeom>
          <a:noFill/>
        </p:spPr>
        <p:txBody>
          <a:bodyPr wrap="square" lIns="91440" tIns="45720" rIns="91440" bIns="45720" anchor="t">
            <a:spAutoFit/>
          </a:bodyPr>
          <a:lstStyle/>
          <a:p>
            <a:pPr marL="457200" indent="-457200">
              <a:lnSpc>
                <a:spcPct val="90000"/>
              </a:lnSpc>
              <a:spcBef>
                <a:spcPts val="1000"/>
              </a:spcBef>
              <a:buFont typeface="Arial"/>
              <a:buChar char="•"/>
            </a:pPr>
            <a:r>
              <a:rPr lang="en-US" sz="3200">
                <a:solidFill>
                  <a:srgbClr val="000000"/>
                </a:solidFill>
                <a:ea typeface="+mn-lt"/>
                <a:cs typeface="+mn-lt"/>
              </a:rPr>
              <a:t>We find that machine unlearning has a substantial negative impact on predictive uncertainty, resulting in significantly increased uncertainty errors after unlearning.</a:t>
            </a:r>
          </a:p>
          <a:p>
            <a:pPr marL="914400" lvl="1" indent="-457200">
              <a:lnSpc>
                <a:spcPct val="90000"/>
              </a:lnSpc>
              <a:spcBef>
                <a:spcPts val="1000"/>
              </a:spcBef>
              <a:buFont typeface="Courier New"/>
              <a:buChar char="o"/>
            </a:pPr>
            <a:r>
              <a:rPr lang="en-US" sz="3200">
                <a:solidFill>
                  <a:srgbClr val="000000"/>
                </a:solidFill>
                <a:latin typeface="Calibri"/>
                <a:ea typeface="Calibri"/>
                <a:cs typeface="Calibri"/>
              </a:rPr>
              <a:t>The First-Order method is most effective at unlearning,  while the SISA framework,  though the most time-consuming, provides the highest degree of predictive utility and the most reliable uncertainty estimates for remaining data.</a:t>
            </a:r>
          </a:p>
          <a:p>
            <a:pPr marL="914400" lvl="1" indent="-457200">
              <a:lnSpc>
                <a:spcPct val="90000"/>
              </a:lnSpc>
              <a:spcBef>
                <a:spcPts val="1000"/>
              </a:spcBef>
              <a:buFont typeface="Courier New"/>
              <a:buChar char="o"/>
            </a:pPr>
            <a:r>
              <a:rPr lang="en-US" sz="3200">
                <a:solidFill>
                  <a:srgbClr val="000000"/>
                </a:solidFill>
                <a:ea typeface="+mn-lt"/>
                <a:cs typeface="+mn-lt"/>
              </a:rPr>
              <a:t>The uncertainty error increment becomes more pronounced as the amount of data to be unlearned grows.</a:t>
            </a:r>
          </a:p>
          <a:p>
            <a:pPr marL="914400" lvl="1" indent="-457200">
              <a:lnSpc>
                <a:spcPct val="90000"/>
              </a:lnSpc>
              <a:spcBef>
                <a:spcPts val="1000"/>
              </a:spcBef>
              <a:buFont typeface="Courier New"/>
              <a:buChar char="o"/>
            </a:pPr>
            <a:r>
              <a:rPr lang="en-US" sz="3200">
                <a:solidFill>
                  <a:srgbClr val="000000"/>
                </a:solidFill>
                <a:ea typeface="+mn-lt"/>
                <a:cs typeface="+mn-lt"/>
              </a:rPr>
              <a:t>Unlearning has an impact on both standard and real-world datasets. However, </a:t>
            </a:r>
            <a:r>
              <a:rPr lang="en-US" sz="3200" err="1">
                <a:solidFill>
                  <a:srgbClr val="000000"/>
                </a:solidFill>
                <a:ea typeface="+mn-lt"/>
                <a:cs typeface="+mn-lt"/>
              </a:rPr>
              <a:t>DermaMNIST</a:t>
            </a:r>
            <a:r>
              <a:rPr lang="en-US" sz="3200">
                <a:solidFill>
                  <a:srgbClr val="000000"/>
                </a:solidFill>
                <a:ea typeface="+mn-lt"/>
                <a:cs typeface="+mn-lt"/>
              </a:rPr>
              <a:t> showed larger error increments, potentially due to its smaller training dataset size.</a:t>
            </a:r>
          </a:p>
          <a:p>
            <a:pPr marL="914400" lvl="1" indent="-457200">
              <a:lnSpc>
                <a:spcPct val="90000"/>
              </a:lnSpc>
              <a:spcBef>
                <a:spcPts val="1000"/>
              </a:spcBef>
              <a:buFont typeface="Courier New"/>
              <a:buChar char="o"/>
            </a:pPr>
            <a:r>
              <a:rPr lang="en-US" sz="3200">
                <a:solidFill>
                  <a:srgbClr val="000000"/>
                </a:solidFill>
                <a:latin typeface="Calibri"/>
                <a:ea typeface="Calibri"/>
                <a:cs typeface="Arial"/>
              </a:rPr>
              <a:t>Unlearning label modified data results in the highest uncertainty with worse ECE and BS compared to other modalities. Instances and Gaussian Noises have similar and mild impacts on predictive uncertainty.</a:t>
            </a:r>
            <a:endParaRPr lang="en-US" sz="3200">
              <a:solidFill>
                <a:srgbClr val="000000"/>
              </a:solidFill>
              <a:latin typeface="Calibri"/>
              <a:ea typeface="Calibri"/>
              <a:cs typeface="Calibri"/>
            </a:endParaRPr>
          </a:p>
          <a:p>
            <a:pPr marL="457200" indent="-457200">
              <a:lnSpc>
                <a:spcPct val="90000"/>
              </a:lnSpc>
              <a:spcBef>
                <a:spcPts val="1000"/>
              </a:spcBef>
              <a:buFont typeface="Arial"/>
              <a:buChar char="•"/>
            </a:pPr>
            <a:r>
              <a:rPr lang="en-US" sz="3200">
                <a:solidFill>
                  <a:srgbClr val="000000"/>
                </a:solidFill>
                <a:ea typeface="+mn-lt"/>
                <a:cs typeface="+mn-lt"/>
              </a:rPr>
              <a:t>Future research should focus on developing more robust uncertainty quantification methods that remain reliable under unlearning requests for privacy protection.</a:t>
            </a:r>
            <a:endParaRPr lang="en-US">
              <a:ea typeface="+mn-lt"/>
              <a:cs typeface="+mn-lt"/>
            </a:endParaRPr>
          </a:p>
        </p:txBody>
      </p:sp>
    </p:spTree>
    <p:extLst>
      <p:ext uri="{BB962C8B-B14F-4D97-AF65-F5344CB8AC3E}">
        <p14:creationId xmlns:p14="http://schemas.microsoft.com/office/powerpoint/2010/main" val="246179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a:extLst>
            <a:ext uri="{FF2B5EF4-FFF2-40B4-BE49-F238E27FC236}">
              <a16:creationId xmlns:a16="http://schemas.microsoft.com/office/drawing/2014/main" id="{A3F30535-BDA6-1D43-F05F-328319AE9E1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A43BD2F-86F8-93E3-C557-F36BCA5DAC1A}"/>
              </a:ext>
            </a:extLst>
          </p:cNvPr>
          <p:cNvSpPr txBox="1"/>
          <p:nvPr/>
        </p:nvSpPr>
        <p:spPr>
          <a:xfrm>
            <a:off x="1098113" y="0"/>
            <a:ext cx="16363409" cy="1551515"/>
          </a:xfrm>
          <a:prstGeom prst="rect">
            <a:avLst/>
          </a:prstGeom>
        </p:spPr>
        <p:txBody>
          <a:bodyPr wrap="square" lIns="0" tIns="0" rIns="0" bIns="0" rtlCol="0" anchor="t">
            <a:spAutoFit/>
          </a:bodyPr>
          <a:lstStyle/>
          <a:p>
            <a:pPr>
              <a:lnSpc>
                <a:spcPts val="14011"/>
              </a:lnSpc>
            </a:pPr>
            <a:r>
              <a:rPr lang="en-US" sz="6600" b="1" spc="300">
                <a:solidFill>
                  <a:srgbClr val="C00000"/>
                </a:solidFill>
                <a:latin typeface="Univers Condensed" panose="020B0506020202050204" pitchFamily="34" charset="0"/>
                <a:ea typeface="Univers LT Std 2"/>
                <a:cs typeface="Univers LT Std 2"/>
                <a:sym typeface="Univers LT Std 2"/>
              </a:rPr>
              <a:t>References</a:t>
            </a:r>
          </a:p>
        </p:txBody>
      </p:sp>
      <p:sp>
        <p:nvSpPr>
          <p:cNvPr id="7" name="Freeform 7">
            <a:extLst>
              <a:ext uri="{FF2B5EF4-FFF2-40B4-BE49-F238E27FC236}">
                <a16:creationId xmlns:a16="http://schemas.microsoft.com/office/drawing/2014/main" id="{721967EC-5407-E419-D26B-E3886ACF3F47}"/>
              </a:ext>
            </a:extLst>
          </p:cNvPr>
          <p:cNvSpPr/>
          <p:nvPr/>
        </p:nvSpPr>
        <p:spPr>
          <a:xfrm>
            <a:off x="15412639" y="689480"/>
            <a:ext cx="2041633" cy="862035"/>
          </a:xfrm>
          <a:custGeom>
            <a:avLst/>
            <a:gdLst/>
            <a:ahLst/>
            <a:cxnLst/>
            <a:rect l="l" t="t" r="r" b="b"/>
            <a:pathLst>
              <a:path w="2041633" h="862035">
                <a:moveTo>
                  <a:pt x="0" y="0"/>
                </a:moveTo>
                <a:lnTo>
                  <a:pt x="2041633" y="0"/>
                </a:lnTo>
                <a:lnTo>
                  <a:pt x="2041633" y="862035"/>
                </a:lnTo>
                <a:lnTo>
                  <a:pt x="0" y="862035"/>
                </a:lnTo>
                <a:lnTo>
                  <a:pt x="0" y="0"/>
                </a:lnTo>
                <a:close/>
              </a:path>
            </a:pathLst>
          </a:custGeom>
          <a:blipFill>
            <a:blip r:embed="rId3"/>
            <a:stretch>
              <a:fillRect l="-9842" t="-32950" r="-9031" b="-148586"/>
            </a:stretch>
          </a:blipFill>
        </p:spPr>
        <p:txBody>
          <a:bodyPr/>
          <a:lstStyle/>
          <a:p>
            <a:endParaRPr lang="en-US"/>
          </a:p>
        </p:txBody>
      </p:sp>
      <p:sp>
        <p:nvSpPr>
          <p:cNvPr id="4" name="Slide Number Placeholder 3">
            <a:extLst>
              <a:ext uri="{FF2B5EF4-FFF2-40B4-BE49-F238E27FC236}">
                <a16:creationId xmlns:a16="http://schemas.microsoft.com/office/drawing/2014/main" id="{7B6C5B50-1F71-ED24-0B92-B4481F604DC0}"/>
              </a:ext>
            </a:extLst>
          </p:cNvPr>
          <p:cNvSpPr>
            <a:spLocks noGrp="1"/>
          </p:cNvSpPr>
          <p:nvPr>
            <p:ph type="sldNum" sz="quarter" idx="12"/>
          </p:nvPr>
        </p:nvSpPr>
        <p:spPr>
          <a:xfrm>
            <a:off x="15320672" y="9232395"/>
            <a:ext cx="2133600" cy="365125"/>
          </a:xfrm>
        </p:spPr>
        <p:txBody>
          <a:bodyPr/>
          <a:lstStyle/>
          <a:p>
            <a:fld id="{B6F15528-21DE-4FAA-801E-634DDDAF4B2B}" type="slidenum">
              <a:rPr lang="en-US" smtClean="0"/>
              <a:pPr/>
              <a:t>20</a:t>
            </a:fld>
            <a:endParaRPr lang="en-US"/>
          </a:p>
        </p:txBody>
      </p:sp>
      <p:sp>
        <p:nvSpPr>
          <p:cNvPr id="6" name="TextBox 5">
            <a:extLst>
              <a:ext uri="{FF2B5EF4-FFF2-40B4-BE49-F238E27FC236}">
                <a16:creationId xmlns:a16="http://schemas.microsoft.com/office/drawing/2014/main" id="{4D65B8E1-2027-F7DE-BD3E-561A1D917960}"/>
              </a:ext>
            </a:extLst>
          </p:cNvPr>
          <p:cNvSpPr txBox="1"/>
          <p:nvPr/>
        </p:nvSpPr>
        <p:spPr>
          <a:xfrm>
            <a:off x="1098113" y="2569640"/>
            <a:ext cx="15251545" cy="5906232"/>
          </a:xfrm>
          <a:prstGeom prst="rect">
            <a:avLst/>
          </a:prstGeom>
          <a:noFill/>
        </p:spPr>
        <p:txBody>
          <a:bodyPr wrap="square" lIns="91440" tIns="45720" rIns="91440" bIns="45720" anchor="t">
            <a:spAutoFit/>
          </a:bodyPr>
          <a:lstStyle/>
          <a:p>
            <a:pPr marL="285750" indent="-285750">
              <a:lnSpc>
                <a:spcPct val="90000"/>
              </a:lnSpc>
              <a:spcBef>
                <a:spcPts val="1000"/>
              </a:spcBef>
              <a:buFont typeface="Arial"/>
              <a:buChar char="•"/>
            </a:pPr>
            <a:r>
              <a:rPr lang="en-US" sz="3200" b="1">
                <a:solidFill>
                  <a:srgbClr val="000000"/>
                </a:solidFill>
                <a:latin typeface="Aptos"/>
                <a:cs typeface="Arial"/>
              </a:rPr>
              <a:t>Machine Unlearning</a:t>
            </a:r>
          </a:p>
          <a:p>
            <a:pPr marL="742950" lvl="1" indent="-285750">
              <a:lnSpc>
                <a:spcPct val="90000"/>
              </a:lnSpc>
              <a:spcBef>
                <a:spcPts val="500"/>
              </a:spcBef>
              <a:buFont typeface="Arial"/>
              <a:buChar char="•"/>
            </a:pPr>
            <a:r>
              <a:rPr lang="en-US" sz="3200" err="1">
                <a:solidFill>
                  <a:srgbClr val="222222"/>
                </a:solidFill>
                <a:latin typeface="Aptos"/>
                <a:cs typeface="Arial"/>
              </a:rPr>
              <a:t>Bourtoule</a:t>
            </a:r>
            <a:r>
              <a:rPr lang="en-US" sz="3200">
                <a:solidFill>
                  <a:srgbClr val="222222"/>
                </a:solidFill>
                <a:latin typeface="Aptos"/>
                <a:cs typeface="Arial"/>
              </a:rPr>
              <a:t>, Lucas, et al. "Machine unlearning." </a:t>
            </a:r>
            <a:r>
              <a:rPr lang="en-US" sz="3200" i="1">
                <a:solidFill>
                  <a:srgbClr val="222222"/>
                </a:solidFill>
                <a:latin typeface="Aptos"/>
                <a:cs typeface="Arial"/>
              </a:rPr>
              <a:t>2021 IEEE symposium on security and privacy (SP)</a:t>
            </a:r>
            <a:r>
              <a:rPr lang="en-US" sz="3200">
                <a:solidFill>
                  <a:srgbClr val="222222"/>
                </a:solidFill>
                <a:latin typeface="Aptos"/>
                <a:cs typeface="Arial"/>
              </a:rPr>
              <a:t>. IEEE, 2021.</a:t>
            </a:r>
            <a:r>
              <a:rPr lang="en-US" sz="3200">
                <a:solidFill>
                  <a:srgbClr val="000000"/>
                </a:solidFill>
                <a:latin typeface="Aptos"/>
                <a:cs typeface="Arial"/>
              </a:rPr>
              <a:t> </a:t>
            </a:r>
          </a:p>
          <a:p>
            <a:pPr marL="742950" lvl="1" indent="-285750">
              <a:lnSpc>
                <a:spcPct val="90000"/>
              </a:lnSpc>
              <a:spcBef>
                <a:spcPts val="500"/>
              </a:spcBef>
              <a:buFont typeface="Arial"/>
              <a:buChar char="•"/>
            </a:pPr>
            <a:endParaRPr lang="en-US" sz="3200">
              <a:solidFill>
                <a:srgbClr val="000000"/>
              </a:solidFill>
              <a:latin typeface="Aptos"/>
              <a:cs typeface="Arial"/>
            </a:endParaRPr>
          </a:p>
          <a:p>
            <a:pPr marL="285750" indent="-285750">
              <a:lnSpc>
                <a:spcPct val="90000"/>
              </a:lnSpc>
              <a:spcBef>
                <a:spcPts val="1000"/>
              </a:spcBef>
              <a:buFont typeface="Arial"/>
              <a:buChar char="•"/>
            </a:pPr>
            <a:r>
              <a:rPr lang="en-US" sz="3200" b="1">
                <a:solidFill>
                  <a:srgbClr val="000000"/>
                </a:solidFill>
                <a:latin typeface="Aptos"/>
                <a:cs typeface="Arial"/>
              </a:rPr>
              <a:t>Uncertainty Quantification </a:t>
            </a:r>
          </a:p>
          <a:p>
            <a:pPr marL="742950" lvl="1" indent="-285750">
              <a:lnSpc>
                <a:spcPct val="90000"/>
              </a:lnSpc>
              <a:spcBef>
                <a:spcPts val="500"/>
              </a:spcBef>
              <a:buFont typeface="Arial"/>
              <a:buChar char="•"/>
            </a:pPr>
            <a:r>
              <a:rPr lang="en-US" sz="3200">
                <a:solidFill>
                  <a:srgbClr val="000000"/>
                </a:solidFill>
                <a:latin typeface="Aptos"/>
                <a:cs typeface="Arial"/>
              </a:rPr>
              <a:t>Lakshminarayanan, Balaji, Alexander Pritzel, and Charles Blundell. “Simple and Scalable Predictive Uncertainty Estimation Using Deep Ensembles.” </a:t>
            </a:r>
            <a:r>
              <a:rPr lang="en-US" sz="3200" i="1">
                <a:solidFill>
                  <a:srgbClr val="000000"/>
                </a:solidFill>
                <a:latin typeface="Aptos"/>
                <a:cs typeface="Arial"/>
              </a:rPr>
              <a:t>Advances in Neural Information Processing Systems (</a:t>
            </a:r>
            <a:r>
              <a:rPr lang="en-US" sz="3200" i="1" err="1">
                <a:solidFill>
                  <a:srgbClr val="000000"/>
                </a:solidFill>
                <a:latin typeface="Aptos"/>
                <a:cs typeface="Arial"/>
              </a:rPr>
              <a:t>NeurIPS</a:t>
            </a:r>
            <a:r>
              <a:rPr lang="en-US" sz="3200" i="1">
                <a:solidFill>
                  <a:srgbClr val="000000"/>
                </a:solidFill>
                <a:latin typeface="Aptos"/>
                <a:cs typeface="Arial"/>
              </a:rPr>
              <a:t> 2017)</a:t>
            </a:r>
            <a:r>
              <a:rPr lang="en-US" sz="3200">
                <a:solidFill>
                  <a:srgbClr val="000000"/>
                </a:solidFill>
                <a:latin typeface="Aptos"/>
                <a:cs typeface="Arial"/>
              </a:rPr>
              <a:t>, vol. 30, Curran Associates, Inc., 2017.</a:t>
            </a:r>
          </a:p>
          <a:p>
            <a:pPr marL="742950" lvl="1" indent="-285750">
              <a:lnSpc>
                <a:spcPct val="90000"/>
              </a:lnSpc>
              <a:spcBef>
                <a:spcPts val="500"/>
              </a:spcBef>
              <a:buFont typeface="Arial"/>
              <a:buChar char="•"/>
            </a:pPr>
            <a:r>
              <a:rPr lang="en-US" sz="3200">
                <a:solidFill>
                  <a:srgbClr val="222222"/>
                </a:solidFill>
                <a:latin typeface="Aptos"/>
                <a:cs typeface="Arial"/>
              </a:rPr>
              <a:t>Guo, Chuan, et al. "On calibration of modern neural networks." </a:t>
            </a:r>
            <a:r>
              <a:rPr lang="en-US" sz="3200" i="1">
                <a:solidFill>
                  <a:srgbClr val="222222"/>
                </a:solidFill>
                <a:latin typeface="Aptos"/>
                <a:cs typeface="Arial"/>
              </a:rPr>
              <a:t>International conference on machine learning</a:t>
            </a:r>
            <a:r>
              <a:rPr lang="en-US" sz="3200">
                <a:solidFill>
                  <a:srgbClr val="222222"/>
                </a:solidFill>
                <a:latin typeface="Aptos"/>
                <a:cs typeface="Arial"/>
              </a:rPr>
              <a:t>. PMLR, 2017</a:t>
            </a:r>
            <a:r>
              <a:rPr lang="en-US" sz="3200">
                <a:solidFill>
                  <a:srgbClr val="222222"/>
                </a:solidFill>
                <a:latin typeface="Arial"/>
                <a:cs typeface="Arial"/>
              </a:rPr>
              <a:t>.</a:t>
            </a:r>
            <a:endParaRPr lang="en-US" sz="3200">
              <a:solidFill>
                <a:srgbClr val="000000"/>
              </a:solidFill>
              <a:latin typeface="Arial"/>
              <a:cs typeface="Arial"/>
            </a:endParaRPr>
          </a:p>
          <a:p>
            <a:endParaRPr lang="en-US" sz="3600" b="0" i="0">
              <a:solidFill>
                <a:srgbClr val="003D4C"/>
              </a:solidFill>
              <a:effectLst/>
              <a:latin typeface="Arial"/>
              <a:cs typeface="Arial"/>
            </a:endParaRPr>
          </a:p>
        </p:txBody>
      </p:sp>
    </p:spTree>
    <p:extLst>
      <p:ext uri="{BB962C8B-B14F-4D97-AF65-F5344CB8AC3E}">
        <p14:creationId xmlns:p14="http://schemas.microsoft.com/office/powerpoint/2010/main" val="3898547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16262" y="3708027"/>
            <a:ext cx="6912766" cy="1091581"/>
          </a:xfrm>
          <a:prstGeom prst="rect">
            <a:avLst/>
          </a:prstGeom>
        </p:spPr>
        <p:txBody>
          <a:bodyPr wrap="square" lIns="0" tIns="0" rIns="0" bIns="0" rtlCol="0" anchor="t">
            <a:spAutoFit/>
          </a:bodyPr>
          <a:lstStyle/>
          <a:p>
            <a:pPr>
              <a:lnSpc>
                <a:spcPts val="8096"/>
              </a:lnSpc>
            </a:pPr>
            <a:r>
              <a:rPr lang="en-US" sz="9400" b="1" i="1">
                <a:solidFill>
                  <a:srgbClr val="C8102E"/>
                </a:solidFill>
                <a:latin typeface="Univers"/>
                <a:ea typeface="Univers LT Std"/>
                <a:cs typeface="Univers LT Std"/>
              </a:rPr>
              <a:t>Questions?</a:t>
            </a:r>
            <a:endParaRPr lang="en-US" sz="1100" i="1">
              <a:solidFill>
                <a:srgbClr val="003D4C"/>
              </a:solidFill>
            </a:endParaRPr>
          </a:p>
        </p:txBody>
      </p:sp>
      <p:sp>
        <p:nvSpPr>
          <p:cNvPr id="4" name="Slide Number Placeholder 3">
            <a:extLst>
              <a:ext uri="{FF2B5EF4-FFF2-40B4-BE49-F238E27FC236}">
                <a16:creationId xmlns:a16="http://schemas.microsoft.com/office/drawing/2014/main" id="{57AB0B24-13B9-FA3E-3B3F-F3F7911FF6D1}"/>
              </a:ext>
            </a:extLst>
          </p:cNvPr>
          <p:cNvSpPr>
            <a:spLocks noGrp="1"/>
          </p:cNvSpPr>
          <p:nvPr>
            <p:ph type="sldNum" sz="quarter" idx="12"/>
          </p:nvPr>
        </p:nvSpPr>
        <p:spPr>
          <a:xfrm>
            <a:off x="15953873" y="9504272"/>
            <a:ext cx="2133600" cy="365125"/>
          </a:xfrm>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94967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4DAF68177D36488BEDB1074060D2C0" ma:contentTypeVersion="3" ma:contentTypeDescription="Create a new document." ma:contentTypeScope="" ma:versionID="4f27695a50f7f9ee0ebc7e97c5dcc4d0">
  <xsd:schema xmlns:xsd="http://www.w3.org/2001/XMLSchema" xmlns:xs="http://www.w3.org/2001/XMLSchema" xmlns:p="http://schemas.microsoft.com/office/2006/metadata/properties" xmlns:ns2="bf713a3c-c6c4-4559-8739-33614af8b993" targetNamespace="http://schemas.microsoft.com/office/2006/metadata/properties" ma:root="true" ma:fieldsID="bfd5efc77448a6907f3ee7565300607f" ns2:_="">
    <xsd:import namespace="bf713a3c-c6c4-4559-8739-33614af8b99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713a3c-c6c4-4559-8739-33614af8b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83EC111-A4B8-428C-86B1-6E2745116744}">
  <ds:schemaRefs>
    <ds:schemaRef ds:uri="bf713a3c-c6c4-4559-8739-33614af8b99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CE69643-54A3-4FCD-99FB-F81CACFDBA07}">
  <ds:schemaRefs>
    <ds:schemaRef ds:uri="http://schemas.microsoft.com/sharepoint/v3/contenttype/forms"/>
  </ds:schemaRefs>
</ds:datastoreItem>
</file>

<file path=customXml/itemProps3.xml><?xml version="1.0" encoding="utf-8"?>
<ds:datastoreItem xmlns:ds="http://schemas.openxmlformats.org/officeDocument/2006/customXml" ds:itemID="{022AB404-953E-4F9F-864B-7798834A518B}">
  <ds:schemaRefs>
    <ds:schemaRef ds:uri="bf713a3c-c6c4-4559-8739-33614af8b9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21</Slides>
  <Notes>19</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Plan.</dc:title>
  <cp:revision>1</cp:revision>
  <dcterms:created xsi:type="dcterms:W3CDTF">2006-08-16T00:00:00Z</dcterms:created>
  <dcterms:modified xsi:type="dcterms:W3CDTF">2025-12-09T23:13:48Z</dcterms:modified>
  <dc:identifier>DAGKwSMeoxI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0x0101001A4DAF68177D36488BEDB1074060D2C0</vt:lpwstr>
  </property>
  <property fmtid="{D5CDD505-2E9C-101B-9397-08002B2CF9AE}" pid="3" name="MediaServiceImageTags">
    <vt:lpwstr/>
  </property>
</Properties>
</file>