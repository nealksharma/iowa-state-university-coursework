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01_0.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193_90708366.xml" ContentType="application/vnd.ms-powerpoint.comments+xml"/>
  <Override PartName="/ppt/notesSlides/notesSlide5.xml" ContentType="application/vnd.openxmlformats-officedocument.presentationml.notesSlide+xml"/>
  <Override PartName="/ppt/comments/modernComment_189_28EB5CE6.xml" ContentType="application/vnd.ms-powerpoint.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modernComment_192_DD848DCE.xml" ContentType="application/vnd.ms-powerpoint.comments+xml"/>
  <Override PartName="/ppt/notesSlides/notesSlide10.xml" ContentType="application/vnd.openxmlformats-officedocument.presentationml.notesSlide+xml"/>
  <Override PartName="/ppt/comments/modernComment_190_650CB575.xml" ContentType="application/vnd.ms-powerpoint.comments+xml"/>
  <Override PartName="/ppt/notesSlides/notesSlide11.xml" ContentType="application/vnd.openxmlformats-officedocument.presentationml.notesSlide+xml"/>
  <Override PartName="/ppt/comments/modernComment_18C_B3C367D.xml" ContentType="application/vnd.ms-powerpoint.comment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4"/>
  </p:sldMasterIdLst>
  <p:notesMasterIdLst>
    <p:notesMasterId r:id="rId19"/>
  </p:notesMasterIdLst>
  <p:sldIdLst>
    <p:sldId id="256" r:id="rId5"/>
    <p:sldId id="257" r:id="rId6"/>
    <p:sldId id="407" r:id="rId7"/>
    <p:sldId id="403" r:id="rId8"/>
    <p:sldId id="393" r:id="rId9"/>
    <p:sldId id="399" r:id="rId10"/>
    <p:sldId id="395" r:id="rId11"/>
    <p:sldId id="404" r:id="rId12"/>
    <p:sldId id="402" r:id="rId13"/>
    <p:sldId id="400" r:id="rId14"/>
    <p:sldId id="396" r:id="rId15"/>
    <p:sldId id="401" r:id="rId16"/>
    <p:sldId id="398" r:id="rId17"/>
    <p:sldId id="391" r:id="rId18"/>
  </p:sldIdLst>
  <p:sldSz cx="18288000" cy="10287000"/>
  <p:notesSz cx="6858000" cy="9144000"/>
  <p:embeddedFontLst>
    <p:embeddedFont>
      <p:font typeface="Univers" panose="020B0604020202020204" charset="0"/>
      <p:regular r:id="rId20"/>
      <p:bold r:id="rId21"/>
    </p:embeddedFont>
    <p:embeddedFont>
      <p:font typeface="Univers Condensed" panose="020B0604020202020204" charset="0"/>
      <p:regular r:id="rId22"/>
      <p:bold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E34299B-887D-C83D-E942-B25B448A224B}" name="Qian, Wei [COM S]" initials="QS" userId="S::wqi@iastate.edu::5ad66119-21cc-4289-a6e5-67a131fa0cc6" providerId="AD"/>
  <p188:author id="{FE094EE3-609B-374B-41FC-9E984ABD02E2}" name="Kaashyap, Raghav" initials="KR" userId="S::raghavk@iastate.edu::5b8b0ea9-3aa7-44b6-b4dd-fc1ab7b46b82"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3D4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15ED21-F7D5-C0DA-2D72-A3A3066A8067}" v="2" dt="2025-12-03T14:57:36.956"/>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font" Target="fonts/font2.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1.fntdata"/><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4.fntdata"/><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3.fntdata"/><Relationship Id="rId27" Type="http://schemas.openxmlformats.org/officeDocument/2006/relationships/tableStyles" Target="tableStyles.xml"/><Relationship Id="rId3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ashyap, Raghav" userId="S::raghavk@iastate.edu::5b8b0ea9-3aa7-44b6-b4dd-fc1ab7b46b82" providerId="AD" clId="Web-{88EEF041-8AA0-4166-CC8F-C2239299793B}"/>
    <pc:docChg chg="modSld">
      <pc:chgData name="Kaashyap, Raghav" userId="S::raghavk@iastate.edu::5b8b0ea9-3aa7-44b6-b4dd-fc1ab7b46b82" providerId="AD" clId="Web-{88EEF041-8AA0-4166-CC8F-C2239299793B}" dt="2025-11-18T03:44:13.502" v="18" actId="20577"/>
      <pc:docMkLst>
        <pc:docMk/>
      </pc:docMkLst>
      <pc:sldChg chg="modSp">
        <pc:chgData name="Kaashyap, Raghav" userId="S::raghavk@iastate.edu::5b8b0ea9-3aa7-44b6-b4dd-fc1ab7b46b82" providerId="AD" clId="Web-{88EEF041-8AA0-4166-CC8F-C2239299793B}" dt="2025-11-18T03:43:23.720" v="2" actId="20577"/>
        <pc:sldMkLst>
          <pc:docMk/>
          <pc:sldMk cId="0" sldId="256"/>
        </pc:sldMkLst>
        <pc:spChg chg="mod">
          <ac:chgData name="Kaashyap, Raghav" userId="S::raghavk@iastate.edu::5b8b0ea9-3aa7-44b6-b4dd-fc1ab7b46b82" providerId="AD" clId="Web-{88EEF041-8AA0-4166-CC8F-C2239299793B}" dt="2025-11-18T03:43:23.720" v="2" actId="20577"/>
          <ac:spMkLst>
            <pc:docMk/>
            <pc:sldMk cId="0" sldId="256"/>
            <ac:spMk id="2" creationId="{00000000-0000-0000-0000-000000000000}"/>
          </ac:spMkLst>
        </pc:spChg>
      </pc:sldChg>
      <pc:sldChg chg="modSp">
        <pc:chgData name="Kaashyap, Raghav" userId="S::raghavk@iastate.edu::5b8b0ea9-3aa7-44b6-b4dd-fc1ab7b46b82" providerId="AD" clId="Web-{88EEF041-8AA0-4166-CC8F-C2239299793B}" dt="2025-11-18T03:43:50.658" v="7" actId="20577"/>
        <pc:sldMkLst>
          <pc:docMk/>
          <pc:sldMk cId="0" sldId="257"/>
        </pc:sldMkLst>
        <pc:spChg chg="mod">
          <ac:chgData name="Kaashyap, Raghav" userId="S::raghavk@iastate.edu::5b8b0ea9-3aa7-44b6-b4dd-fc1ab7b46b82" providerId="AD" clId="Web-{88EEF041-8AA0-4166-CC8F-C2239299793B}" dt="2025-11-18T03:43:50.658" v="7" actId="20577"/>
          <ac:spMkLst>
            <pc:docMk/>
            <pc:sldMk cId="0" sldId="257"/>
            <ac:spMk id="19" creationId="{D6C883AE-702E-B68E-FE63-DE7F1CD14DDC}"/>
          </ac:spMkLst>
        </pc:spChg>
      </pc:sldChg>
      <pc:sldChg chg="modSp">
        <pc:chgData name="Kaashyap, Raghav" userId="S::raghavk@iastate.edu::5b8b0ea9-3aa7-44b6-b4dd-fc1ab7b46b82" providerId="AD" clId="Web-{88EEF041-8AA0-4166-CC8F-C2239299793B}" dt="2025-11-18T03:44:13.502" v="18" actId="20577"/>
        <pc:sldMkLst>
          <pc:docMk/>
          <pc:sldMk cId="2423292774" sldId="403"/>
        </pc:sldMkLst>
        <pc:spChg chg="mod">
          <ac:chgData name="Kaashyap, Raghav" userId="S::raghavk@iastate.edu::5b8b0ea9-3aa7-44b6-b4dd-fc1ab7b46b82" providerId="AD" clId="Web-{88EEF041-8AA0-4166-CC8F-C2239299793B}" dt="2025-11-18T03:44:06.611" v="12" actId="20577"/>
          <ac:spMkLst>
            <pc:docMk/>
            <pc:sldMk cId="2423292774" sldId="403"/>
            <ac:spMk id="2" creationId="{128976C4-ECFC-4825-1202-8F2D2A3731F8}"/>
          </ac:spMkLst>
        </pc:spChg>
        <pc:spChg chg="mod">
          <ac:chgData name="Kaashyap, Raghav" userId="S::raghavk@iastate.edu::5b8b0ea9-3aa7-44b6-b4dd-fc1ab7b46b82" providerId="AD" clId="Web-{88EEF041-8AA0-4166-CC8F-C2239299793B}" dt="2025-11-18T03:44:13.502" v="18" actId="20577"/>
          <ac:spMkLst>
            <pc:docMk/>
            <pc:sldMk cId="2423292774" sldId="403"/>
            <ac:spMk id="19" creationId="{4D7F0501-FF1F-57DD-2BC0-750814AEEA9B}"/>
          </ac:spMkLst>
        </pc:spChg>
      </pc:sldChg>
    </pc:docChg>
  </pc:docChgLst>
  <pc:docChgLst>
    <pc:chgData name="Ravivenkatesh, Varsha" userId="S::vraviven@iastate.edu::6186a068-8be9-437c-8e1a-fc38f6b141bf" providerId="AD" clId="Web-{1975ADFE-E0A6-FEBC-6955-6C69628BC790}"/>
    <pc:docChg chg="delSld modSld">
      <pc:chgData name="Ravivenkatesh, Varsha" userId="S::vraviven@iastate.edu::6186a068-8be9-437c-8e1a-fc38f6b141bf" providerId="AD" clId="Web-{1975ADFE-E0A6-FEBC-6955-6C69628BC790}" dt="2025-11-18T19:39:01.256" v="128" actId="20577"/>
      <pc:docMkLst>
        <pc:docMk/>
      </pc:docMkLst>
      <pc:sldChg chg="del">
        <pc:chgData name="Ravivenkatesh, Varsha" userId="S::vraviven@iastate.edu::6186a068-8be9-437c-8e1a-fc38f6b141bf" providerId="AD" clId="Web-{1975ADFE-E0A6-FEBC-6955-6C69628BC790}" dt="2025-11-18T19:35:17.350" v="88"/>
        <pc:sldMkLst>
          <pc:docMk/>
          <pc:sldMk cId="2259346194" sldId="392"/>
        </pc:sldMkLst>
      </pc:sldChg>
      <pc:sldChg chg="modSp">
        <pc:chgData name="Ravivenkatesh, Varsha" userId="S::vraviven@iastate.edu::6186a068-8be9-437c-8e1a-fc38f6b141bf" providerId="AD" clId="Web-{1975ADFE-E0A6-FEBC-6955-6C69628BC790}" dt="2025-11-18T19:36:38.366" v="98" actId="20577"/>
        <pc:sldMkLst>
          <pc:docMk/>
          <pc:sldMk cId="3254186816" sldId="395"/>
        </pc:sldMkLst>
        <pc:spChg chg="mod">
          <ac:chgData name="Ravivenkatesh, Varsha" userId="S::vraviven@iastate.edu::6186a068-8be9-437c-8e1a-fc38f6b141bf" providerId="AD" clId="Web-{1975ADFE-E0A6-FEBC-6955-6C69628BC790}" dt="2025-11-18T19:36:38.366" v="98" actId="20577"/>
          <ac:spMkLst>
            <pc:docMk/>
            <pc:sldMk cId="3254186816" sldId="395"/>
            <ac:spMk id="3" creationId="{7C96EB6D-D2DA-7CA8-ED70-5CDE0C3DBA03}"/>
          </ac:spMkLst>
        </pc:spChg>
      </pc:sldChg>
      <pc:sldChg chg="modSp">
        <pc:chgData name="Ravivenkatesh, Varsha" userId="S::vraviven@iastate.edu::6186a068-8be9-437c-8e1a-fc38f6b141bf" providerId="AD" clId="Web-{1975ADFE-E0A6-FEBC-6955-6C69628BC790}" dt="2025-11-18T19:34:04.459" v="87" actId="14100"/>
        <pc:sldMkLst>
          <pc:docMk/>
          <pc:sldMk cId="779531692" sldId="399"/>
        </pc:sldMkLst>
        <pc:spChg chg="mod">
          <ac:chgData name="Ravivenkatesh, Varsha" userId="S::vraviven@iastate.edu::6186a068-8be9-437c-8e1a-fc38f6b141bf" providerId="AD" clId="Web-{1975ADFE-E0A6-FEBC-6955-6C69628BC790}" dt="2025-11-18T19:34:04.459" v="87" actId="14100"/>
          <ac:spMkLst>
            <pc:docMk/>
            <pc:sldMk cId="779531692" sldId="399"/>
            <ac:spMk id="2" creationId="{3FD3AFDD-0B7E-C811-A9ED-F0B04D50DE53}"/>
          </ac:spMkLst>
        </pc:spChg>
      </pc:sldChg>
      <pc:sldChg chg="addSp delSp modSp">
        <pc:chgData name="Ravivenkatesh, Varsha" userId="S::vraviven@iastate.edu::6186a068-8be9-437c-8e1a-fc38f6b141bf" providerId="AD" clId="Web-{1975ADFE-E0A6-FEBC-6955-6C69628BC790}" dt="2025-11-18T19:30:06.709" v="69" actId="20577"/>
        <pc:sldMkLst>
          <pc:docMk/>
          <pc:sldMk cId="3716451790" sldId="402"/>
        </pc:sldMkLst>
        <pc:spChg chg="add mod">
          <ac:chgData name="Ravivenkatesh, Varsha" userId="S::vraviven@iastate.edu::6186a068-8be9-437c-8e1a-fc38f6b141bf" providerId="AD" clId="Web-{1975ADFE-E0A6-FEBC-6955-6C69628BC790}" dt="2025-11-18T19:29:41.913" v="53" actId="20577"/>
          <ac:spMkLst>
            <pc:docMk/>
            <pc:sldMk cId="3716451790" sldId="402"/>
            <ac:spMk id="9" creationId="{E628D900-E146-FFC3-AFBA-E837E4B6482E}"/>
          </ac:spMkLst>
        </pc:spChg>
        <pc:spChg chg="add mod">
          <ac:chgData name="Ravivenkatesh, Varsha" userId="S::vraviven@iastate.edu::6186a068-8be9-437c-8e1a-fc38f6b141bf" providerId="AD" clId="Web-{1975ADFE-E0A6-FEBC-6955-6C69628BC790}" dt="2025-11-18T19:30:06.709" v="69" actId="20577"/>
          <ac:spMkLst>
            <pc:docMk/>
            <pc:sldMk cId="3716451790" sldId="402"/>
            <ac:spMk id="10" creationId="{43779DCF-207B-B982-063C-586A4809927E}"/>
          </ac:spMkLst>
        </pc:spChg>
        <pc:picChg chg="del">
          <ac:chgData name="Ravivenkatesh, Varsha" userId="S::vraviven@iastate.edu::6186a068-8be9-437c-8e1a-fc38f6b141bf" providerId="AD" clId="Web-{1975ADFE-E0A6-FEBC-6955-6C69628BC790}" dt="2025-11-18T19:28:28.881" v="33"/>
          <ac:picMkLst>
            <pc:docMk/>
            <pc:sldMk cId="3716451790" sldId="402"/>
            <ac:picMk id="5" creationId="{31F585E9-3B6C-08A3-555E-58379E5C5EC3}"/>
          </ac:picMkLst>
        </pc:picChg>
        <pc:picChg chg="add mod">
          <ac:chgData name="Ravivenkatesh, Varsha" userId="S::vraviven@iastate.edu::6186a068-8be9-437c-8e1a-fc38f6b141bf" providerId="AD" clId="Web-{1975ADFE-E0A6-FEBC-6955-6C69628BC790}" dt="2025-11-18T19:29:06.334" v="35" actId="1076"/>
          <ac:picMkLst>
            <pc:docMk/>
            <pc:sldMk cId="3716451790" sldId="402"/>
            <ac:picMk id="6" creationId="{36289B7A-00BE-109F-DEC2-B17A597EF6CB}"/>
          </ac:picMkLst>
        </pc:picChg>
        <pc:picChg chg="mod">
          <ac:chgData name="Ravivenkatesh, Varsha" userId="S::vraviven@iastate.edu::6186a068-8be9-437c-8e1a-fc38f6b141bf" providerId="AD" clId="Web-{1975ADFE-E0A6-FEBC-6955-6C69628BC790}" dt="2025-11-18T19:29:09.131" v="36" actId="1076"/>
          <ac:picMkLst>
            <pc:docMk/>
            <pc:sldMk cId="3716451790" sldId="402"/>
            <ac:picMk id="8" creationId="{751AB17C-FFF9-1F89-7122-A65BA96A2705}"/>
          </ac:picMkLst>
        </pc:picChg>
      </pc:sldChg>
      <pc:sldChg chg="modSp">
        <pc:chgData name="Ravivenkatesh, Varsha" userId="S::vraviven@iastate.edu::6186a068-8be9-437c-8e1a-fc38f6b141bf" providerId="AD" clId="Web-{1975ADFE-E0A6-FEBC-6955-6C69628BC790}" dt="2025-11-18T18:30:30.333" v="2" actId="20577"/>
        <pc:sldMkLst>
          <pc:docMk/>
          <pc:sldMk cId="2423292774" sldId="403"/>
        </pc:sldMkLst>
        <pc:spChg chg="mod">
          <ac:chgData name="Ravivenkatesh, Varsha" userId="S::vraviven@iastate.edu::6186a068-8be9-437c-8e1a-fc38f6b141bf" providerId="AD" clId="Web-{1975ADFE-E0A6-FEBC-6955-6C69628BC790}" dt="2025-11-18T18:30:30.333" v="2" actId="20577"/>
          <ac:spMkLst>
            <pc:docMk/>
            <pc:sldMk cId="2423292774" sldId="403"/>
            <ac:spMk id="19" creationId="{4D7F0501-FF1F-57DD-2BC0-750814AEEA9B}"/>
          </ac:spMkLst>
        </pc:spChg>
      </pc:sldChg>
      <pc:sldChg chg="modSp">
        <pc:chgData name="Ravivenkatesh, Varsha" userId="S::vraviven@iastate.edu::6186a068-8be9-437c-8e1a-fc38f6b141bf" providerId="AD" clId="Web-{1975ADFE-E0A6-FEBC-6955-6C69628BC790}" dt="2025-11-18T19:39:01.256" v="128" actId="20577"/>
        <pc:sldMkLst>
          <pc:docMk/>
          <pc:sldMk cId="2758562124" sldId="404"/>
        </pc:sldMkLst>
        <pc:spChg chg="mod">
          <ac:chgData name="Ravivenkatesh, Varsha" userId="S::vraviven@iastate.edu::6186a068-8be9-437c-8e1a-fc38f6b141bf" providerId="AD" clId="Web-{1975ADFE-E0A6-FEBC-6955-6C69628BC790}" dt="2025-11-18T19:39:01.256" v="128" actId="20577"/>
          <ac:spMkLst>
            <pc:docMk/>
            <pc:sldMk cId="2758562124" sldId="404"/>
            <ac:spMk id="3" creationId="{38C45F93-F2DE-C36B-FACD-0934A7B3DE8E}"/>
          </ac:spMkLst>
        </pc:spChg>
      </pc:sldChg>
    </pc:docChg>
  </pc:docChgLst>
  <pc:docChgLst>
    <pc:chgData name="Ravivenkatesh, Varsha" userId="S::vraviven@iastate.edu::6186a068-8be9-437c-8e1a-fc38f6b141bf" providerId="AD" clId="Web-{AE802D81-344C-DE6E-2DDA-E00699FC3BF2}"/>
    <pc:docChg chg="modSld">
      <pc:chgData name="Ravivenkatesh, Varsha" userId="S::vraviven@iastate.edu::6186a068-8be9-437c-8e1a-fc38f6b141bf" providerId="AD" clId="Web-{AE802D81-344C-DE6E-2DDA-E00699FC3BF2}" dt="2025-11-18T03:12:27.227" v="8" actId="20577"/>
      <pc:docMkLst>
        <pc:docMk/>
      </pc:docMkLst>
      <pc:sldChg chg="modSp">
        <pc:chgData name="Ravivenkatesh, Varsha" userId="S::vraviven@iastate.edu::6186a068-8be9-437c-8e1a-fc38f6b141bf" providerId="AD" clId="Web-{AE802D81-344C-DE6E-2DDA-E00699FC3BF2}" dt="2025-11-18T03:11:49.462" v="2" actId="20577"/>
        <pc:sldMkLst>
          <pc:docMk/>
          <pc:sldMk cId="3254186816" sldId="395"/>
        </pc:sldMkLst>
        <pc:spChg chg="mod">
          <ac:chgData name="Ravivenkatesh, Varsha" userId="S::vraviven@iastate.edu::6186a068-8be9-437c-8e1a-fc38f6b141bf" providerId="AD" clId="Web-{AE802D81-344C-DE6E-2DDA-E00699FC3BF2}" dt="2025-11-18T03:11:49.462" v="2" actId="20577"/>
          <ac:spMkLst>
            <pc:docMk/>
            <pc:sldMk cId="3254186816" sldId="395"/>
            <ac:spMk id="3" creationId="{7C96EB6D-D2DA-7CA8-ED70-5CDE0C3DBA03}"/>
          </ac:spMkLst>
        </pc:spChg>
      </pc:sldChg>
      <pc:sldChg chg="modSp">
        <pc:chgData name="Ravivenkatesh, Varsha" userId="S::vraviven@iastate.edu::6186a068-8be9-437c-8e1a-fc38f6b141bf" providerId="AD" clId="Web-{AE802D81-344C-DE6E-2DDA-E00699FC3BF2}" dt="2025-11-18T03:12:27.227" v="8" actId="20577"/>
        <pc:sldMkLst>
          <pc:docMk/>
          <pc:sldMk cId="3716451790" sldId="402"/>
        </pc:sldMkLst>
        <pc:spChg chg="mod">
          <ac:chgData name="Ravivenkatesh, Varsha" userId="S::vraviven@iastate.edu::6186a068-8be9-437c-8e1a-fc38f6b141bf" providerId="AD" clId="Web-{AE802D81-344C-DE6E-2DDA-E00699FC3BF2}" dt="2025-11-18T03:12:27.227" v="8" actId="20577"/>
          <ac:spMkLst>
            <pc:docMk/>
            <pc:sldMk cId="3716451790" sldId="402"/>
            <ac:spMk id="3" creationId="{C9F427D0-3EE0-F40A-4E23-F8305C3614EA}"/>
          </ac:spMkLst>
        </pc:spChg>
      </pc:sldChg>
    </pc:docChg>
  </pc:docChgLst>
  <pc:docChgLst>
    <pc:chgData name="Ravivenkatesh, Varsha" userId="6186a068-8be9-437c-8e1a-fc38f6b141bf" providerId="ADAL" clId="{6BAD1BED-8878-4541-A03D-2D9D2F27E556}"/>
    <pc:docChg chg="undo custSel addSld delSld modSld">
      <pc:chgData name="Ravivenkatesh, Varsha" userId="6186a068-8be9-437c-8e1a-fc38f6b141bf" providerId="ADAL" clId="{6BAD1BED-8878-4541-A03D-2D9D2F27E556}" dt="2025-11-17T04:32:24.898" v="325" actId="20577"/>
      <pc:docMkLst>
        <pc:docMk/>
      </pc:docMkLst>
      <pc:sldChg chg="modSp mod">
        <pc:chgData name="Ravivenkatesh, Varsha" userId="6186a068-8be9-437c-8e1a-fc38f6b141bf" providerId="ADAL" clId="{6BAD1BED-8878-4541-A03D-2D9D2F27E556}" dt="2025-11-17T04:32:24.898" v="325" actId="20577"/>
        <pc:sldMkLst>
          <pc:docMk/>
          <pc:sldMk cId="0" sldId="256"/>
        </pc:sldMkLst>
        <pc:spChg chg="mod">
          <ac:chgData name="Ravivenkatesh, Varsha" userId="6186a068-8be9-437c-8e1a-fc38f6b141bf" providerId="ADAL" clId="{6BAD1BED-8878-4541-A03D-2D9D2F27E556}" dt="2025-11-17T04:32:24.898" v="325" actId="20577"/>
          <ac:spMkLst>
            <pc:docMk/>
            <pc:sldMk cId="0" sldId="256"/>
            <ac:spMk id="2" creationId="{00000000-0000-0000-0000-000000000000}"/>
          </ac:spMkLst>
        </pc:spChg>
      </pc:sldChg>
      <pc:sldChg chg="addSp modSp mod">
        <pc:chgData name="Ravivenkatesh, Varsha" userId="6186a068-8be9-437c-8e1a-fc38f6b141bf" providerId="ADAL" clId="{6BAD1BED-8878-4541-A03D-2D9D2F27E556}" dt="2025-11-17T04:27:04.965" v="69" actId="14100"/>
        <pc:sldMkLst>
          <pc:docMk/>
          <pc:sldMk cId="0" sldId="257"/>
        </pc:sldMkLst>
        <pc:spChg chg="mod">
          <ac:chgData name="Ravivenkatesh, Varsha" userId="6186a068-8be9-437c-8e1a-fc38f6b141bf" providerId="ADAL" clId="{6BAD1BED-8878-4541-A03D-2D9D2F27E556}" dt="2025-11-17T04:26:58.067" v="68" actId="20577"/>
          <ac:spMkLst>
            <pc:docMk/>
            <pc:sldMk cId="0" sldId="257"/>
            <ac:spMk id="19" creationId="{D6C883AE-702E-B68E-FE63-DE7F1CD14DDC}"/>
          </ac:spMkLst>
        </pc:spChg>
        <pc:picChg chg="add mod">
          <ac:chgData name="Ravivenkatesh, Varsha" userId="6186a068-8be9-437c-8e1a-fc38f6b141bf" providerId="ADAL" clId="{6BAD1BED-8878-4541-A03D-2D9D2F27E556}" dt="2025-11-17T04:27:04.965" v="69" actId="14100"/>
          <ac:picMkLst>
            <pc:docMk/>
            <pc:sldMk cId="0" sldId="257"/>
            <ac:picMk id="5" creationId="{56897C3B-9008-AB20-56D3-2DF713FF0718}"/>
          </ac:picMkLst>
        </pc:picChg>
      </pc:sldChg>
      <pc:sldChg chg="modSp mod">
        <pc:chgData name="Ravivenkatesh, Varsha" userId="6186a068-8be9-437c-8e1a-fc38f6b141bf" providerId="ADAL" clId="{6BAD1BED-8878-4541-A03D-2D9D2F27E556}" dt="2025-11-17T04:28:42.342" v="84" actId="14100"/>
        <pc:sldMkLst>
          <pc:docMk/>
          <pc:sldMk cId="3254186816" sldId="395"/>
        </pc:sldMkLst>
        <pc:spChg chg="mod">
          <ac:chgData name="Ravivenkatesh, Varsha" userId="6186a068-8be9-437c-8e1a-fc38f6b141bf" providerId="ADAL" clId="{6BAD1BED-8878-4541-A03D-2D9D2F27E556}" dt="2025-11-17T04:28:42.342" v="84" actId="14100"/>
          <ac:spMkLst>
            <pc:docMk/>
            <pc:sldMk cId="3254186816" sldId="395"/>
            <ac:spMk id="3" creationId="{7C96EB6D-D2DA-7CA8-ED70-5CDE0C3DBA03}"/>
          </ac:spMkLst>
        </pc:spChg>
      </pc:sldChg>
      <pc:sldChg chg="new del">
        <pc:chgData name="Ravivenkatesh, Varsha" userId="6186a068-8be9-437c-8e1a-fc38f6b141bf" providerId="ADAL" clId="{6BAD1BED-8878-4541-A03D-2D9D2F27E556}" dt="2025-11-17T04:29:18.383" v="86" actId="2696"/>
        <pc:sldMkLst>
          <pc:docMk/>
          <pc:sldMk cId="1805717056" sldId="402"/>
        </pc:sldMkLst>
      </pc:sldChg>
      <pc:sldChg chg="modSp add mod">
        <pc:chgData name="Ravivenkatesh, Varsha" userId="6186a068-8be9-437c-8e1a-fc38f6b141bf" providerId="ADAL" clId="{6BAD1BED-8878-4541-A03D-2D9D2F27E556}" dt="2025-11-17T04:30:46.516" v="111"/>
        <pc:sldMkLst>
          <pc:docMk/>
          <pc:sldMk cId="3716451790" sldId="402"/>
        </pc:sldMkLst>
        <pc:spChg chg="mod">
          <ac:chgData name="Ravivenkatesh, Varsha" userId="6186a068-8be9-437c-8e1a-fc38f6b141bf" providerId="ADAL" clId="{6BAD1BED-8878-4541-A03D-2D9D2F27E556}" dt="2025-11-17T04:30:46.516" v="111"/>
          <ac:spMkLst>
            <pc:docMk/>
            <pc:sldMk cId="3716451790" sldId="402"/>
            <ac:spMk id="3" creationId="{C9F427D0-3EE0-F40A-4E23-F8305C3614EA}"/>
          </ac:spMkLst>
        </pc:spChg>
      </pc:sldChg>
      <pc:sldChg chg="add del">
        <pc:chgData name="Ravivenkatesh, Varsha" userId="6186a068-8be9-437c-8e1a-fc38f6b141bf" providerId="ADAL" clId="{6BAD1BED-8878-4541-A03D-2D9D2F27E556}" dt="2025-11-17T04:29:32.445" v="90"/>
        <pc:sldMkLst>
          <pc:docMk/>
          <pc:sldMk cId="2921745510" sldId="403"/>
        </pc:sldMkLst>
      </pc:sldChg>
    </pc:docChg>
  </pc:docChgLst>
  <pc:docChgLst>
    <pc:chgData name="vraviven AT iastate.edu" userId="S::vraviven@iastate.edu::6186a068-8be9-437c-8e1a-fc38f6b141bf" providerId="AD" clId="Web-{1215ED21-F7D5-C0DA-2D72-A3A3066A8067}"/>
    <pc:docChg chg="addSld delSld">
      <pc:chgData name="vraviven AT iastate.edu" userId="S::vraviven@iastate.edu::6186a068-8be9-437c-8e1a-fc38f6b141bf" providerId="AD" clId="Web-{1215ED21-F7D5-C0DA-2D72-A3A3066A8067}" dt="2025-12-03T14:57:36.956" v="1"/>
      <pc:docMkLst>
        <pc:docMk/>
      </pc:docMkLst>
      <pc:sldChg chg="new del">
        <pc:chgData name="vraviven AT iastate.edu" userId="S::vraviven@iastate.edu::6186a068-8be9-437c-8e1a-fc38f6b141bf" providerId="AD" clId="Web-{1215ED21-F7D5-C0DA-2D72-A3A3066A8067}" dt="2025-12-03T14:57:36.956" v="1"/>
        <pc:sldMkLst>
          <pc:docMk/>
          <pc:sldMk cId="2676512224" sldId="408"/>
        </pc:sldMkLst>
      </pc:sldChg>
    </pc:docChg>
  </pc:docChgLst>
  <pc:docChgLst>
    <pc:chgData name="Qian, Wei [COM S]" userId="S::wqi@iastate.edu::5ad66119-21cc-4289-a6e5-67a131fa0cc6" providerId="AD" clId="Web-{2D4CCC23-EC7E-08BC-1789-9B7CEDC12BE8}"/>
    <pc:docChg chg="mod modSld">
      <pc:chgData name="Qian, Wei [COM S]" userId="S::wqi@iastate.edu::5ad66119-21cc-4289-a6e5-67a131fa0cc6" providerId="AD" clId="Web-{2D4CCC23-EC7E-08BC-1789-9B7CEDC12BE8}" dt="2025-11-18T04:28:09.347" v="95" actId="20577"/>
      <pc:docMkLst>
        <pc:docMk/>
      </pc:docMkLst>
      <pc:sldChg chg="modSp">
        <pc:chgData name="Qian, Wei [COM S]" userId="S::wqi@iastate.edu::5ad66119-21cc-4289-a6e5-67a131fa0cc6" providerId="AD" clId="Web-{2D4CCC23-EC7E-08BC-1789-9B7CEDC12BE8}" dt="2025-11-18T03:47:04.963" v="1" actId="14100"/>
        <pc:sldMkLst>
          <pc:docMk/>
          <pc:sldMk cId="0" sldId="257"/>
        </pc:sldMkLst>
        <pc:picChg chg="mod">
          <ac:chgData name="Qian, Wei [COM S]" userId="S::wqi@iastate.edu::5ad66119-21cc-4289-a6e5-67a131fa0cc6" providerId="AD" clId="Web-{2D4CCC23-EC7E-08BC-1789-9B7CEDC12BE8}" dt="2025-11-18T03:47:04.963" v="1" actId="14100"/>
          <ac:picMkLst>
            <pc:docMk/>
            <pc:sldMk cId="0" sldId="257"/>
            <ac:picMk id="5" creationId="{56897C3B-9008-AB20-56D3-2DF713FF0718}"/>
          </ac:picMkLst>
        </pc:picChg>
      </pc:sldChg>
      <pc:sldChg chg="modSp">
        <pc:chgData name="Qian, Wei [COM S]" userId="S::wqi@iastate.edu::5ad66119-21cc-4289-a6e5-67a131fa0cc6" providerId="AD" clId="Web-{2D4CCC23-EC7E-08BC-1789-9B7CEDC12BE8}" dt="2025-11-18T04:28:09.347" v="95" actId="20577"/>
        <pc:sldMkLst>
          <pc:docMk/>
          <pc:sldMk cId="188495485" sldId="396"/>
        </pc:sldMkLst>
        <pc:spChg chg="mod">
          <ac:chgData name="Qian, Wei [COM S]" userId="S::wqi@iastate.edu::5ad66119-21cc-4289-a6e5-67a131fa0cc6" providerId="AD" clId="Web-{2D4CCC23-EC7E-08BC-1789-9B7CEDC12BE8}" dt="2025-11-18T04:28:09.347" v="95" actId="20577"/>
          <ac:spMkLst>
            <pc:docMk/>
            <pc:sldMk cId="188495485" sldId="396"/>
            <ac:spMk id="8" creationId="{EE5BD9B0-1F31-F05B-1CC2-ACB0DF97EFDC}"/>
          </ac:spMkLst>
        </pc:spChg>
      </pc:sldChg>
      <pc:sldChg chg="modSp">
        <pc:chgData name="Qian, Wei [COM S]" userId="S::wqi@iastate.edu::5ad66119-21cc-4289-a6e5-67a131fa0cc6" providerId="AD" clId="Web-{2D4CCC23-EC7E-08BC-1789-9B7CEDC12BE8}" dt="2025-11-18T04:07:18.645" v="37" actId="20577"/>
        <pc:sldMkLst>
          <pc:docMk/>
          <pc:sldMk cId="1695331701" sldId="400"/>
        </pc:sldMkLst>
        <pc:spChg chg="mod">
          <ac:chgData name="Qian, Wei [COM S]" userId="S::wqi@iastate.edu::5ad66119-21cc-4289-a6e5-67a131fa0cc6" providerId="AD" clId="Web-{2D4CCC23-EC7E-08BC-1789-9B7CEDC12BE8}" dt="2025-11-18T04:07:18.645" v="37" actId="20577"/>
          <ac:spMkLst>
            <pc:docMk/>
            <pc:sldMk cId="1695331701" sldId="400"/>
            <ac:spMk id="3" creationId="{227C8312-2D6E-4EA2-0F7E-32648FEF45C4}"/>
          </ac:spMkLst>
        </pc:spChg>
      </pc:sldChg>
    </pc:docChg>
  </pc:docChgLst>
  <pc:docChgLst>
    <pc:chgData name="Ravivenkatesh, Varsha" userId="S::vraviven@iastate.edu::6186a068-8be9-437c-8e1a-fc38f6b141bf" providerId="AD" clId="Web-{E162140C-BFBF-3B64-0624-C3EB0BB71A95}"/>
    <pc:docChg chg="modSld">
      <pc:chgData name="Ravivenkatesh, Varsha" userId="S::vraviven@iastate.edu::6186a068-8be9-437c-8e1a-fc38f6b141bf" providerId="AD" clId="Web-{E162140C-BFBF-3B64-0624-C3EB0BB71A95}" dt="2025-11-17T23:44:48.725" v="30" actId="20577"/>
      <pc:docMkLst>
        <pc:docMk/>
      </pc:docMkLst>
      <pc:sldChg chg="modSp">
        <pc:chgData name="Ravivenkatesh, Varsha" userId="S::vraviven@iastate.edu::6186a068-8be9-437c-8e1a-fc38f6b141bf" providerId="AD" clId="Web-{E162140C-BFBF-3B64-0624-C3EB0BB71A95}" dt="2025-11-17T23:44:07.600" v="27" actId="20577"/>
        <pc:sldMkLst>
          <pc:docMk/>
          <pc:sldMk cId="3254186816" sldId="395"/>
        </pc:sldMkLst>
        <pc:spChg chg="mod">
          <ac:chgData name="Ravivenkatesh, Varsha" userId="S::vraviven@iastate.edu::6186a068-8be9-437c-8e1a-fc38f6b141bf" providerId="AD" clId="Web-{E162140C-BFBF-3B64-0624-C3EB0BB71A95}" dt="2025-11-17T23:44:07.600" v="27" actId="20577"/>
          <ac:spMkLst>
            <pc:docMk/>
            <pc:sldMk cId="3254186816" sldId="395"/>
            <ac:spMk id="3" creationId="{7C96EB6D-D2DA-7CA8-ED70-5CDE0C3DBA03}"/>
          </ac:spMkLst>
        </pc:spChg>
      </pc:sldChg>
      <pc:sldChg chg="modSp">
        <pc:chgData name="Ravivenkatesh, Varsha" userId="S::vraviven@iastate.edu::6186a068-8be9-437c-8e1a-fc38f6b141bf" providerId="AD" clId="Web-{E162140C-BFBF-3B64-0624-C3EB0BB71A95}" dt="2025-11-17T23:44:48.725" v="30" actId="20577"/>
        <pc:sldMkLst>
          <pc:docMk/>
          <pc:sldMk cId="3716451790" sldId="402"/>
        </pc:sldMkLst>
        <pc:spChg chg="mod">
          <ac:chgData name="Ravivenkatesh, Varsha" userId="S::vraviven@iastate.edu::6186a068-8be9-437c-8e1a-fc38f6b141bf" providerId="AD" clId="Web-{E162140C-BFBF-3B64-0624-C3EB0BB71A95}" dt="2025-11-17T23:44:48.725" v="30" actId="20577"/>
          <ac:spMkLst>
            <pc:docMk/>
            <pc:sldMk cId="3716451790" sldId="402"/>
            <ac:spMk id="3" creationId="{C9F427D0-3EE0-F40A-4E23-F8305C3614EA}"/>
          </ac:spMkLst>
        </pc:spChg>
      </pc:sldChg>
    </pc:docChg>
  </pc:docChgLst>
  <pc:docChgLst>
    <pc:chgData name="Qian, Wei [COM S]" userId="S::wqi@iastate.edu::5ad66119-21cc-4289-a6e5-67a131fa0cc6" providerId="AD" clId="Web-{8271C284-E7E6-2EDB-AC63-755AF21B9DD7}"/>
    <pc:docChg chg="modSld">
      <pc:chgData name="Qian, Wei [COM S]" userId="S::wqi@iastate.edu::5ad66119-21cc-4289-a6e5-67a131fa0cc6" providerId="AD" clId="Web-{8271C284-E7E6-2EDB-AC63-755AF21B9DD7}" dt="2025-11-18T19:33:45.067" v="17" actId="20577"/>
      <pc:docMkLst>
        <pc:docMk/>
      </pc:docMkLst>
      <pc:sldChg chg="modSp">
        <pc:chgData name="Qian, Wei [COM S]" userId="S::wqi@iastate.edu::5ad66119-21cc-4289-a6e5-67a131fa0cc6" providerId="AD" clId="Web-{8271C284-E7E6-2EDB-AC63-755AF21B9DD7}" dt="2025-11-18T19:33:45.067" v="17" actId="20577"/>
        <pc:sldMkLst>
          <pc:docMk/>
          <pc:sldMk cId="2511590528" sldId="401"/>
        </pc:sldMkLst>
        <pc:spChg chg="mod">
          <ac:chgData name="Qian, Wei [COM S]" userId="S::wqi@iastate.edu::5ad66119-21cc-4289-a6e5-67a131fa0cc6" providerId="AD" clId="Web-{8271C284-E7E6-2EDB-AC63-755AF21B9DD7}" dt="2025-11-18T19:33:45.067" v="17" actId="20577"/>
          <ac:spMkLst>
            <pc:docMk/>
            <pc:sldMk cId="2511590528" sldId="401"/>
            <ac:spMk id="2" creationId="{82FE99D3-A575-2B26-D2A2-0B4723F21B99}"/>
          </ac:spMkLst>
        </pc:spChg>
      </pc:sldChg>
      <pc:sldChg chg="addSp delSp modSp">
        <pc:chgData name="Qian, Wei [COM S]" userId="S::wqi@iastate.edu::5ad66119-21cc-4289-a6e5-67a131fa0cc6" providerId="AD" clId="Web-{8271C284-E7E6-2EDB-AC63-755AF21B9DD7}" dt="2025-11-18T19:24:04.672" v="7" actId="1076"/>
        <pc:sldMkLst>
          <pc:docMk/>
          <pc:sldMk cId="3716451790" sldId="402"/>
        </pc:sldMkLst>
        <pc:picChg chg="mod">
          <ac:chgData name="Qian, Wei [COM S]" userId="S::wqi@iastate.edu::5ad66119-21cc-4289-a6e5-67a131fa0cc6" providerId="AD" clId="Web-{8271C284-E7E6-2EDB-AC63-755AF21B9DD7}" dt="2025-11-18T19:24:04.672" v="7" actId="1076"/>
          <ac:picMkLst>
            <pc:docMk/>
            <pc:sldMk cId="3716451790" sldId="402"/>
            <ac:picMk id="5" creationId="{31F585E9-3B6C-08A3-555E-58379E5C5EC3}"/>
          </ac:picMkLst>
        </pc:picChg>
        <pc:picChg chg="del">
          <ac:chgData name="Qian, Wei [COM S]" userId="S::wqi@iastate.edu::5ad66119-21cc-4289-a6e5-67a131fa0cc6" providerId="AD" clId="Web-{8271C284-E7E6-2EDB-AC63-755AF21B9DD7}" dt="2025-11-18T19:23:50.016" v="3"/>
          <ac:picMkLst>
            <pc:docMk/>
            <pc:sldMk cId="3716451790" sldId="402"/>
            <ac:picMk id="6" creationId="{63296671-B064-DC99-02A8-283B0D73B653}"/>
          </ac:picMkLst>
        </pc:picChg>
        <pc:picChg chg="add mod">
          <ac:chgData name="Qian, Wei [COM S]" userId="S::wqi@iastate.edu::5ad66119-21cc-4289-a6e5-67a131fa0cc6" providerId="AD" clId="Web-{8271C284-E7E6-2EDB-AC63-755AF21B9DD7}" dt="2025-11-18T19:23:58.204" v="6" actId="1076"/>
          <ac:picMkLst>
            <pc:docMk/>
            <pc:sldMk cId="3716451790" sldId="402"/>
            <ac:picMk id="8" creationId="{751AB17C-FFF9-1F89-7122-A65BA96A2705}"/>
          </ac:picMkLst>
        </pc:picChg>
      </pc:sldChg>
    </pc:docChg>
  </pc:docChgLst>
  <pc:docChgLst>
    <pc:chgData name="Sharma, Neal K" userId="S::nea1@iastate.edu::a8f24e1b-a6e4-4bbf-8b81-f309165b7467" providerId="AD" clId="Web-{E5E18AB5-F6A8-BF5A-84F4-87F29D68D5D7}"/>
    <pc:docChg chg="modSld">
      <pc:chgData name="Sharma, Neal K" userId="S::nea1@iastate.edu::a8f24e1b-a6e4-4bbf-8b81-f309165b7467" providerId="AD" clId="Web-{E5E18AB5-F6A8-BF5A-84F4-87F29D68D5D7}" dt="2025-11-17T08:35:31.950" v="270" actId="20577"/>
      <pc:docMkLst>
        <pc:docMk/>
      </pc:docMkLst>
      <pc:sldChg chg="modSp">
        <pc:chgData name="Sharma, Neal K" userId="S::nea1@iastate.edu::a8f24e1b-a6e4-4bbf-8b81-f309165b7467" providerId="AD" clId="Web-{E5E18AB5-F6A8-BF5A-84F4-87F29D68D5D7}" dt="2025-11-17T08:11:47.566" v="0" actId="1076"/>
        <pc:sldMkLst>
          <pc:docMk/>
          <pc:sldMk cId="0" sldId="257"/>
        </pc:sldMkLst>
        <pc:picChg chg="mod">
          <ac:chgData name="Sharma, Neal K" userId="S::nea1@iastate.edu::a8f24e1b-a6e4-4bbf-8b81-f309165b7467" providerId="AD" clId="Web-{E5E18AB5-F6A8-BF5A-84F4-87F29D68D5D7}" dt="2025-11-17T08:11:47.566" v="0" actId="1076"/>
          <ac:picMkLst>
            <pc:docMk/>
            <pc:sldMk cId="0" sldId="257"/>
            <ac:picMk id="5" creationId="{56897C3B-9008-AB20-56D3-2DF713FF0718}"/>
          </ac:picMkLst>
        </pc:picChg>
      </pc:sldChg>
      <pc:sldChg chg="addSp delSp modSp">
        <pc:chgData name="Sharma, Neal K" userId="S::nea1@iastate.edu::a8f24e1b-a6e4-4bbf-8b81-f309165b7467" providerId="AD" clId="Web-{E5E18AB5-F6A8-BF5A-84F4-87F29D68D5D7}" dt="2025-11-17T08:35:31.950" v="270" actId="20577"/>
        <pc:sldMkLst>
          <pc:docMk/>
          <pc:sldMk cId="188495485" sldId="396"/>
        </pc:sldMkLst>
        <pc:spChg chg="del mod">
          <ac:chgData name="Sharma, Neal K" userId="S::nea1@iastate.edu::a8f24e1b-a6e4-4bbf-8b81-f309165b7467" providerId="AD" clId="Web-{E5E18AB5-F6A8-BF5A-84F4-87F29D68D5D7}" dt="2025-11-17T08:24:53.166" v="71"/>
          <ac:spMkLst>
            <pc:docMk/>
            <pc:sldMk cId="188495485" sldId="396"/>
            <ac:spMk id="3" creationId="{FDF09DE6-C961-ADB3-170C-EF3BC4767063}"/>
          </ac:spMkLst>
        </pc:spChg>
        <pc:spChg chg="add mod">
          <ac:chgData name="Sharma, Neal K" userId="S::nea1@iastate.edu::a8f24e1b-a6e4-4bbf-8b81-f309165b7467" providerId="AD" clId="Web-{E5E18AB5-F6A8-BF5A-84F4-87F29D68D5D7}" dt="2025-11-17T08:24:56.291" v="72" actId="1076"/>
          <ac:spMkLst>
            <pc:docMk/>
            <pc:sldMk cId="188495485" sldId="396"/>
            <ac:spMk id="5" creationId="{9C85F91F-B62B-13D5-4705-A65A1E9BD9D2}"/>
          </ac:spMkLst>
        </pc:spChg>
        <pc:spChg chg="add del">
          <ac:chgData name="Sharma, Neal K" userId="S::nea1@iastate.edu::a8f24e1b-a6e4-4bbf-8b81-f309165b7467" providerId="AD" clId="Web-{E5E18AB5-F6A8-BF5A-84F4-87F29D68D5D7}" dt="2025-11-17T08:25:52.182" v="74"/>
          <ac:spMkLst>
            <pc:docMk/>
            <pc:sldMk cId="188495485" sldId="396"/>
            <ac:spMk id="6" creationId="{0E753187-46A0-76D8-8E66-33438B72A7FF}"/>
          </ac:spMkLst>
        </pc:spChg>
        <pc:spChg chg="add mod">
          <ac:chgData name="Sharma, Neal K" userId="S::nea1@iastate.edu::a8f24e1b-a6e4-4bbf-8b81-f309165b7467" providerId="AD" clId="Web-{E5E18AB5-F6A8-BF5A-84F4-87F29D68D5D7}" dt="2025-11-17T08:35:31.950" v="270" actId="20577"/>
          <ac:spMkLst>
            <pc:docMk/>
            <pc:sldMk cId="188495485" sldId="396"/>
            <ac:spMk id="8" creationId="{EE5BD9B0-1F31-F05B-1CC2-ACB0DF97EFDC}"/>
          </ac:spMkLst>
        </pc:spChg>
      </pc:sldChg>
      <pc:sldChg chg="addSp delSp modSp">
        <pc:chgData name="Sharma, Neal K" userId="S::nea1@iastate.edu::a8f24e1b-a6e4-4bbf-8b81-f309165b7467" providerId="AD" clId="Web-{E5E18AB5-F6A8-BF5A-84F4-87F29D68D5D7}" dt="2025-11-17T08:33:31.279" v="239" actId="14100"/>
        <pc:sldMkLst>
          <pc:docMk/>
          <pc:sldMk cId="1695331701" sldId="400"/>
        </pc:sldMkLst>
        <pc:spChg chg="add mod">
          <ac:chgData name="Sharma, Neal K" userId="S::nea1@iastate.edu::a8f24e1b-a6e4-4bbf-8b81-f309165b7467" providerId="AD" clId="Web-{E5E18AB5-F6A8-BF5A-84F4-87F29D68D5D7}" dt="2025-11-17T08:20:30.209" v="10" actId="1076"/>
          <ac:spMkLst>
            <pc:docMk/>
            <pc:sldMk cId="1695331701" sldId="400"/>
            <ac:spMk id="3" creationId="{227C8312-2D6E-4EA2-0F7E-32648FEF45C4}"/>
          </ac:spMkLst>
        </pc:spChg>
        <pc:spChg chg="mod">
          <ac:chgData name="Sharma, Neal K" userId="S::nea1@iastate.edu::a8f24e1b-a6e4-4bbf-8b81-f309165b7467" providerId="AD" clId="Web-{E5E18AB5-F6A8-BF5A-84F4-87F29D68D5D7}" dt="2025-11-17T08:20:33.880" v="11" actId="1076"/>
          <ac:spMkLst>
            <pc:docMk/>
            <pc:sldMk cId="1695331701" sldId="400"/>
            <ac:spMk id="5" creationId="{B9B5A771-84C5-D494-3473-59FA7D84E37D}"/>
          </ac:spMkLst>
        </pc:spChg>
        <pc:spChg chg="add mod">
          <ac:chgData name="Sharma, Neal K" userId="S::nea1@iastate.edu::a8f24e1b-a6e4-4bbf-8b81-f309165b7467" providerId="AD" clId="Web-{E5E18AB5-F6A8-BF5A-84F4-87F29D68D5D7}" dt="2025-11-17T08:33:31.279" v="239" actId="14100"/>
          <ac:spMkLst>
            <pc:docMk/>
            <pc:sldMk cId="1695331701" sldId="400"/>
            <ac:spMk id="6" creationId="{A9C02292-3E1A-A8A9-3F00-6FA9416338B7}"/>
          </ac:spMkLst>
        </pc:spChg>
        <pc:spChg chg="del">
          <ac:chgData name="Sharma, Neal K" userId="S::nea1@iastate.edu::a8f24e1b-a6e4-4bbf-8b81-f309165b7467" providerId="AD" clId="Web-{E5E18AB5-F6A8-BF5A-84F4-87F29D68D5D7}" dt="2025-11-17T08:23:47.947" v="58"/>
          <ac:spMkLst>
            <pc:docMk/>
            <pc:sldMk cId="1695331701" sldId="400"/>
            <ac:spMk id="9" creationId="{9C85F91F-B62B-13D5-4705-A65A1E9BD9D2}"/>
          </ac:spMkLst>
        </pc:spChg>
      </pc:sldChg>
    </pc:docChg>
  </pc:docChgLst>
  <pc:docChgLst>
    <pc:chgData name="Ravivenkatesh, Varsha" userId="S::vraviven@iastate.edu::6186a068-8be9-437c-8e1a-fc38f6b141bf" providerId="AD" clId="Web-{3CEEDCF1-987A-E197-8049-12DC4BB3A7C6}"/>
    <pc:docChg chg="modSld">
      <pc:chgData name="Ravivenkatesh, Varsha" userId="S::vraviven@iastate.edu::6186a068-8be9-437c-8e1a-fc38f6b141bf" providerId="AD" clId="Web-{3CEEDCF1-987A-E197-8049-12DC4BB3A7C6}" dt="2025-11-18T04:00:24.564" v="84" actId="20577"/>
      <pc:docMkLst>
        <pc:docMk/>
      </pc:docMkLst>
      <pc:sldChg chg="modSp">
        <pc:chgData name="Ravivenkatesh, Varsha" userId="S::vraviven@iastate.edu::6186a068-8be9-437c-8e1a-fc38f6b141bf" providerId="AD" clId="Web-{3CEEDCF1-987A-E197-8049-12DC4BB3A7C6}" dt="2025-11-18T04:00:24.564" v="84" actId="20577"/>
        <pc:sldMkLst>
          <pc:docMk/>
          <pc:sldMk cId="686513382" sldId="393"/>
        </pc:sldMkLst>
        <pc:spChg chg="mod">
          <ac:chgData name="Ravivenkatesh, Varsha" userId="S::vraviven@iastate.edu::6186a068-8be9-437c-8e1a-fc38f6b141bf" providerId="AD" clId="Web-{3CEEDCF1-987A-E197-8049-12DC4BB3A7C6}" dt="2025-11-18T04:00:24.564" v="84" actId="20577"/>
          <ac:spMkLst>
            <pc:docMk/>
            <pc:sldMk cId="686513382" sldId="393"/>
            <ac:spMk id="3" creationId="{C59F485F-8F33-B922-209C-6E1B93F29E03}"/>
          </ac:spMkLst>
        </pc:spChg>
      </pc:sldChg>
      <pc:sldChg chg="modSp">
        <pc:chgData name="Ravivenkatesh, Varsha" userId="S::vraviven@iastate.edu::6186a068-8be9-437c-8e1a-fc38f6b141bf" providerId="AD" clId="Web-{3CEEDCF1-987A-E197-8049-12DC4BB3A7C6}" dt="2025-11-18T03:59:56.970" v="63" actId="20577"/>
        <pc:sldMkLst>
          <pc:docMk/>
          <pc:sldMk cId="779531692" sldId="399"/>
        </pc:sldMkLst>
        <pc:spChg chg="mod">
          <ac:chgData name="Ravivenkatesh, Varsha" userId="S::vraviven@iastate.edu::6186a068-8be9-437c-8e1a-fc38f6b141bf" providerId="AD" clId="Web-{3CEEDCF1-987A-E197-8049-12DC4BB3A7C6}" dt="2025-11-18T03:59:56.970" v="63" actId="20577"/>
          <ac:spMkLst>
            <pc:docMk/>
            <pc:sldMk cId="779531692" sldId="399"/>
            <ac:spMk id="3" creationId="{1EA296BE-7F27-681B-9FCC-F1276A7EBBD4}"/>
          </ac:spMkLst>
        </pc:spChg>
      </pc:sldChg>
    </pc:docChg>
  </pc:docChgLst>
  <pc:docChgLst>
    <pc:chgData name="Ravivenkatesh, Varsha" userId="S::vraviven@iastate.edu::6186a068-8be9-437c-8e1a-fc38f6b141bf" providerId="AD" clId="Web-{DCF35D17-0FE3-E98B-55B4-E636D7ACBCB8}"/>
    <pc:docChg chg="addSld modSld">
      <pc:chgData name="Ravivenkatesh, Varsha" userId="S::vraviven@iastate.edu::6186a068-8be9-437c-8e1a-fc38f6b141bf" providerId="AD" clId="Web-{DCF35D17-0FE3-E98B-55B4-E636D7ACBCB8}" dt="2025-11-17T22:23:40.308" v="68" actId="20577"/>
      <pc:docMkLst>
        <pc:docMk/>
      </pc:docMkLst>
      <pc:sldChg chg="modSp">
        <pc:chgData name="Ravivenkatesh, Varsha" userId="S::vraviven@iastate.edu::6186a068-8be9-437c-8e1a-fc38f6b141bf" providerId="AD" clId="Web-{DCF35D17-0FE3-E98B-55B4-E636D7ACBCB8}" dt="2025-11-17T22:20:22.933" v="30" actId="20577"/>
        <pc:sldMkLst>
          <pc:docMk/>
          <pc:sldMk cId="0" sldId="256"/>
        </pc:sldMkLst>
        <pc:spChg chg="mod">
          <ac:chgData name="Ravivenkatesh, Varsha" userId="S::vraviven@iastate.edu::6186a068-8be9-437c-8e1a-fc38f6b141bf" providerId="AD" clId="Web-{DCF35D17-0FE3-E98B-55B4-E636D7ACBCB8}" dt="2025-11-17T22:20:22.933" v="30" actId="20577"/>
          <ac:spMkLst>
            <pc:docMk/>
            <pc:sldMk cId="0" sldId="256"/>
            <ac:spMk id="2" creationId="{00000000-0000-0000-0000-000000000000}"/>
          </ac:spMkLst>
        </pc:spChg>
      </pc:sldChg>
      <pc:sldChg chg="modSp">
        <pc:chgData name="Ravivenkatesh, Varsha" userId="S::vraviven@iastate.edu::6186a068-8be9-437c-8e1a-fc38f6b141bf" providerId="AD" clId="Web-{DCF35D17-0FE3-E98B-55B4-E636D7ACBCB8}" dt="2025-11-17T22:22:59.824" v="66" actId="1076"/>
        <pc:sldMkLst>
          <pc:docMk/>
          <pc:sldMk cId="0" sldId="257"/>
        </pc:sldMkLst>
        <pc:spChg chg="mod">
          <ac:chgData name="Ravivenkatesh, Varsha" userId="S::vraviven@iastate.edu::6186a068-8be9-437c-8e1a-fc38f6b141bf" providerId="AD" clId="Web-{DCF35D17-0FE3-E98B-55B4-E636D7ACBCB8}" dt="2025-11-17T22:22:56.261" v="65" actId="20577"/>
          <ac:spMkLst>
            <pc:docMk/>
            <pc:sldMk cId="0" sldId="257"/>
            <ac:spMk id="19" creationId="{D6C883AE-702E-B68E-FE63-DE7F1CD14DDC}"/>
          </ac:spMkLst>
        </pc:spChg>
        <pc:picChg chg="mod">
          <ac:chgData name="Ravivenkatesh, Varsha" userId="S::vraviven@iastate.edu::6186a068-8be9-437c-8e1a-fc38f6b141bf" providerId="AD" clId="Web-{DCF35D17-0FE3-E98B-55B4-E636D7ACBCB8}" dt="2025-11-17T22:22:59.824" v="66" actId="1076"/>
          <ac:picMkLst>
            <pc:docMk/>
            <pc:sldMk cId="0" sldId="257"/>
            <ac:picMk id="5" creationId="{56897C3B-9008-AB20-56D3-2DF713FF0718}"/>
          </ac:picMkLst>
        </pc:picChg>
      </pc:sldChg>
      <pc:sldChg chg="modSp">
        <pc:chgData name="Ravivenkatesh, Varsha" userId="S::vraviven@iastate.edu::6186a068-8be9-437c-8e1a-fc38f6b141bf" providerId="AD" clId="Web-{DCF35D17-0FE3-E98B-55B4-E636D7ACBCB8}" dt="2025-11-17T22:19:58.933" v="28" actId="14100"/>
        <pc:sldMkLst>
          <pc:docMk/>
          <pc:sldMk cId="2259346194" sldId="392"/>
        </pc:sldMkLst>
        <pc:spChg chg="mod">
          <ac:chgData name="Ravivenkatesh, Varsha" userId="S::vraviven@iastate.edu::6186a068-8be9-437c-8e1a-fc38f6b141bf" providerId="AD" clId="Web-{DCF35D17-0FE3-E98B-55B4-E636D7ACBCB8}" dt="2025-11-17T22:19:58.933" v="28" actId="14100"/>
          <ac:spMkLst>
            <pc:docMk/>
            <pc:sldMk cId="2259346194" sldId="392"/>
            <ac:spMk id="3" creationId="{EFC07D28-0C78-2D20-AC63-36F1F9FD601B}"/>
          </ac:spMkLst>
        </pc:spChg>
      </pc:sldChg>
      <pc:sldChg chg="modSp">
        <pc:chgData name="Ravivenkatesh, Varsha" userId="S::vraviven@iastate.edu::6186a068-8be9-437c-8e1a-fc38f6b141bf" providerId="AD" clId="Web-{DCF35D17-0FE3-E98B-55B4-E636D7ACBCB8}" dt="2025-11-17T22:23:40.308" v="68" actId="20577"/>
        <pc:sldMkLst>
          <pc:docMk/>
          <pc:sldMk cId="3254186816" sldId="395"/>
        </pc:sldMkLst>
        <pc:spChg chg="mod">
          <ac:chgData name="Ravivenkatesh, Varsha" userId="S::vraviven@iastate.edu::6186a068-8be9-437c-8e1a-fc38f6b141bf" providerId="AD" clId="Web-{DCF35D17-0FE3-E98B-55B4-E636D7ACBCB8}" dt="2025-11-17T22:23:40.308" v="68" actId="20577"/>
          <ac:spMkLst>
            <pc:docMk/>
            <pc:sldMk cId="3254186816" sldId="395"/>
            <ac:spMk id="3" creationId="{7C96EB6D-D2DA-7CA8-ED70-5CDE0C3DBA03}"/>
          </ac:spMkLst>
        </pc:spChg>
      </pc:sldChg>
      <pc:sldChg chg="modSp">
        <pc:chgData name="Ravivenkatesh, Varsha" userId="S::vraviven@iastate.edu::6186a068-8be9-437c-8e1a-fc38f6b141bf" providerId="AD" clId="Web-{DCF35D17-0FE3-E98B-55B4-E636D7ACBCB8}" dt="2025-11-17T22:19:36.917" v="26" actId="20577"/>
        <pc:sldMkLst>
          <pc:docMk/>
          <pc:sldMk cId="3716451790" sldId="402"/>
        </pc:sldMkLst>
        <pc:spChg chg="mod">
          <ac:chgData name="Ravivenkatesh, Varsha" userId="S::vraviven@iastate.edu::6186a068-8be9-437c-8e1a-fc38f6b141bf" providerId="AD" clId="Web-{DCF35D17-0FE3-E98B-55B4-E636D7ACBCB8}" dt="2025-11-17T22:19:36.917" v="26" actId="20577"/>
          <ac:spMkLst>
            <pc:docMk/>
            <pc:sldMk cId="3716451790" sldId="402"/>
            <ac:spMk id="3" creationId="{C9F427D0-3EE0-F40A-4E23-F8305C3614EA}"/>
          </ac:spMkLst>
        </pc:spChg>
      </pc:sldChg>
      <pc:sldChg chg="delSp modSp add replId">
        <pc:chgData name="Ravivenkatesh, Varsha" userId="S::vraviven@iastate.edu::6186a068-8be9-437c-8e1a-fc38f6b141bf" providerId="AD" clId="Web-{DCF35D17-0FE3-E98B-55B4-E636D7ACBCB8}" dt="2025-11-17T22:22:23.011" v="56" actId="20577"/>
        <pc:sldMkLst>
          <pc:docMk/>
          <pc:sldMk cId="2423292774" sldId="403"/>
        </pc:sldMkLst>
        <pc:spChg chg="mod">
          <ac:chgData name="Ravivenkatesh, Varsha" userId="S::vraviven@iastate.edu::6186a068-8be9-437c-8e1a-fc38f6b141bf" providerId="AD" clId="Web-{DCF35D17-0FE3-E98B-55B4-E636D7ACBCB8}" dt="2025-11-17T22:22:23.011" v="56" actId="20577"/>
          <ac:spMkLst>
            <pc:docMk/>
            <pc:sldMk cId="2423292774" sldId="403"/>
            <ac:spMk id="19" creationId="{4D7F0501-FF1F-57DD-2BC0-750814AEEA9B}"/>
          </ac:spMkLst>
        </pc:spChg>
        <pc:picChg chg="del">
          <ac:chgData name="Ravivenkatesh, Varsha" userId="S::vraviven@iastate.edu::6186a068-8be9-437c-8e1a-fc38f6b141bf" providerId="AD" clId="Web-{DCF35D17-0FE3-E98B-55B4-E636D7ACBCB8}" dt="2025-11-17T22:21:52.589" v="36"/>
          <ac:picMkLst>
            <pc:docMk/>
            <pc:sldMk cId="2423292774" sldId="403"/>
            <ac:picMk id="5" creationId="{81F4A4C4-7C88-A20C-6E0D-E9ED3E9BD79D}"/>
          </ac:picMkLst>
        </pc:picChg>
      </pc:sldChg>
    </pc:docChg>
  </pc:docChgLst>
  <pc:docChgLst>
    <pc:chgData name="Ravivenkatesh, Varsha" userId="S::vraviven@iastate.edu::6186a068-8be9-437c-8e1a-fc38f6b141bf" providerId="AD" clId="Web-{9C305CF7-81CA-262C-55F6-B274E6222BD5}"/>
    <pc:docChg chg="addSld modSld">
      <pc:chgData name="Ravivenkatesh, Varsha" userId="S::vraviven@iastate.edu::6186a068-8be9-437c-8e1a-fc38f6b141bf" providerId="AD" clId="Web-{9C305CF7-81CA-262C-55F6-B274E6222BD5}" dt="2025-11-18T19:26:12.490" v="69" actId="20577"/>
      <pc:docMkLst>
        <pc:docMk/>
      </pc:docMkLst>
      <pc:sldChg chg="addSp modSp">
        <pc:chgData name="Ravivenkatesh, Varsha" userId="S::vraviven@iastate.edu::6186a068-8be9-437c-8e1a-fc38f6b141bf" providerId="AD" clId="Web-{9C305CF7-81CA-262C-55F6-B274E6222BD5}" dt="2025-11-18T19:25:33.709" v="52" actId="20577"/>
        <pc:sldMkLst>
          <pc:docMk/>
          <pc:sldMk cId="3716451790" sldId="402"/>
        </pc:sldMkLst>
        <pc:spChg chg="mod">
          <ac:chgData name="Ravivenkatesh, Varsha" userId="S::vraviven@iastate.edu::6186a068-8be9-437c-8e1a-fc38f6b141bf" providerId="AD" clId="Web-{9C305CF7-81CA-262C-55F6-B274E6222BD5}" dt="2025-11-18T19:25:33.709" v="52" actId="20577"/>
          <ac:spMkLst>
            <pc:docMk/>
            <pc:sldMk cId="3716451790" sldId="402"/>
            <ac:spMk id="3" creationId="{C9F427D0-3EE0-F40A-4E23-F8305C3614EA}"/>
          </ac:spMkLst>
        </pc:spChg>
        <pc:picChg chg="add mod">
          <ac:chgData name="Ravivenkatesh, Varsha" userId="S::vraviven@iastate.edu::6186a068-8be9-437c-8e1a-fc38f6b141bf" providerId="AD" clId="Web-{9C305CF7-81CA-262C-55F6-B274E6222BD5}" dt="2025-11-18T19:23:08.631" v="30" actId="1076"/>
          <ac:picMkLst>
            <pc:docMk/>
            <pc:sldMk cId="3716451790" sldId="402"/>
            <ac:picMk id="5" creationId="{31F585E9-3B6C-08A3-555E-58379E5C5EC3}"/>
          </ac:picMkLst>
        </pc:picChg>
        <pc:picChg chg="add mod">
          <ac:chgData name="Ravivenkatesh, Varsha" userId="S::vraviven@iastate.edu::6186a068-8be9-437c-8e1a-fc38f6b141bf" providerId="AD" clId="Web-{9C305CF7-81CA-262C-55F6-B274E6222BD5}" dt="2025-11-18T19:23:05.881" v="29" actId="1076"/>
          <ac:picMkLst>
            <pc:docMk/>
            <pc:sldMk cId="3716451790" sldId="402"/>
            <ac:picMk id="6" creationId="{63296671-B064-DC99-02A8-283B0D73B653}"/>
          </ac:picMkLst>
        </pc:picChg>
      </pc:sldChg>
      <pc:sldChg chg="modSp add replId">
        <pc:chgData name="Ravivenkatesh, Varsha" userId="S::vraviven@iastate.edu::6186a068-8be9-437c-8e1a-fc38f6b141bf" providerId="AD" clId="Web-{9C305CF7-81CA-262C-55F6-B274E6222BD5}" dt="2025-11-18T19:26:12.490" v="69" actId="20577"/>
        <pc:sldMkLst>
          <pc:docMk/>
          <pc:sldMk cId="2758562124" sldId="404"/>
        </pc:sldMkLst>
        <pc:spChg chg="mod">
          <ac:chgData name="Ravivenkatesh, Varsha" userId="S::vraviven@iastate.edu::6186a068-8be9-437c-8e1a-fc38f6b141bf" providerId="AD" clId="Web-{9C305CF7-81CA-262C-55F6-B274E6222BD5}" dt="2025-11-18T19:26:12.490" v="69" actId="20577"/>
          <ac:spMkLst>
            <pc:docMk/>
            <pc:sldMk cId="2758562124" sldId="404"/>
            <ac:spMk id="3" creationId="{38C45F93-F2DE-C36B-FACD-0934A7B3DE8E}"/>
          </ac:spMkLst>
        </pc:spChg>
      </pc:sldChg>
    </pc:docChg>
  </pc:docChgLst>
  <pc:docChgLst>
    <pc:chgData name="Sharma, Neal K" userId="S::nea1@iastate.edu::a8f24e1b-a6e4-4bbf-8b81-f309165b7467" providerId="AD" clId="Web-{2642560F-B8C3-13F3-3F73-F7BEBD5B1B00}"/>
    <pc:docChg chg="modSld">
      <pc:chgData name="Sharma, Neal K" userId="S::nea1@iastate.edu::a8f24e1b-a6e4-4bbf-8b81-f309165b7467" providerId="AD" clId="Web-{2642560F-B8C3-13F3-3F73-F7BEBD5B1B00}" dt="2025-11-18T22:41:08.571" v="727" actId="20577"/>
      <pc:docMkLst>
        <pc:docMk/>
      </pc:docMkLst>
      <pc:sldChg chg="modSp">
        <pc:chgData name="Sharma, Neal K" userId="S::nea1@iastate.edu::a8f24e1b-a6e4-4bbf-8b81-f309165b7467" providerId="AD" clId="Web-{2642560F-B8C3-13F3-3F73-F7BEBD5B1B00}" dt="2025-11-18T18:33:54.532" v="287" actId="20577"/>
        <pc:sldMkLst>
          <pc:docMk/>
          <pc:sldMk cId="2259346194" sldId="392"/>
        </pc:sldMkLst>
        <pc:spChg chg="mod">
          <ac:chgData name="Sharma, Neal K" userId="S::nea1@iastate.edu::a8f24e1b-a6e4-4bbf-8b81-f309165b7467" providerId="AD" clId="Web-{2642560F-B8C3-13F3-3F73-F7BEBD5B1B00}" dt="2025-11-18T18:33:54.532" v="287" actId="20577"/>
          <ac:spMkLst>
            <pc:docMk/>
            <pc:sldMk cId="2259346194" sldId="392"/>
            <ac:spMk id="3" creationId="{EFC07D28-0C78-2D20-AC63-36F1F9FD601B}"/>
          </ac:spMkLst>
        </pc:spChg>
      </pc:sldChg>
      <pc:sldChg chg="addSp delSp modSp">
        <pc:chgData name="Sharma, Neal K" userId="S::nea1@iastate.edu::a8f24e1b-a6e4-4bbf-8b81-f309165b7467" providerId="AD" clId="Web-{2642560F-B8C3-13F3-3F73-F7BEBD5B1B00}" dt="2025-11-18T22:39:29.524" v="718" actId="20577"/>
        <pc:sldMkLst>
          <pc:docMk/>
          <pc:sldMk cId="188495485" sldId="396"/>
        </pc:sldMkLst>
        <pc:spChg chg="mod">
          <ac:chgData name="Sharma, Neal K" userId="S::nea1@iastate.edu::a8f24e1b-a6e4-4bbf-8b81-f309165b7467" providerId="AD" clId="Web-{2642560F-B8C3-13F3-3F73-F7BEBD5B1B00}" dt="2025-11-18T19:37:22.207" v="599" actId="20577"/>
          <ac:spMkLst>
            <pc:docMk/>
            <pc:sldMk cId="188495485" sldId="396"/>
            <ac:spMk id="2" creationId="{24E0047C-7EA3-E533-91E5-FFEC4668A215}"/>
          </ac:spMkLst>
        </pc:spChg>
        <pc:spChg chg="add mod">
          <ac:chgData name="Sharma, Neal K" userId="S::nea1@iastate.edu::a8f24e1b-a6e4-4bbf-8b81-f309165b7467" providerId="AD" clId="Web-{2642560F-B8C3-13F3-3F73-F7BEBD5B1B00}" dt="2025-11-18T22:39:29.524" v="718" actId="20577"/>
          <ac:spMkLst>
            <pc:docMk/>
            <pc:sldMk cId="188495485" sldId="396"/>
            <ac:spMk id="3" creationId="{850AB15A-2D60-4CED-6AD6-EEC33A7B9163}"/>
          </ac:spMkLst>
        </pc:spChg>
        <pc:spChg chg="add del mod">
          <ac:chgData name="Sharma, Neal K" userId="S::nea1@iastate.edu::a8f24e1b-a6e4-4bbf-8b81-f309165b7467" providerId="AD" clId="Web-{2642560F-B8C3-13F3-3F73-F7BEBD5B1B00}" dt="2025-11-18T18:23:01.783" v="11"/>
          <ac:spMkLst>
            <pc:docMk/>
            <pc:sldMk cId="188495485" sldId="396"/>
            <ac:spMk id="3" creationId="{A1D72AB6-A8F5-EB6E-55C9-23150C972970}"/>
          </ac:spMkLst>
        </pc:spChg>
        <pc:spChg chg="mod">
          <ac:chgData name="Sharma, Neal K" userId="S::nea1@iastate.edu::a8f24e1b-a6e4-4bbf-8b81-f309165b7467" providerId="AD" clId="Web-{2642560F-B8C3-13F3-3F73-F7BEBD5B1B00}" dt="2025-11-18T19:36:15.082" v="593" actId="1076"/>
          <ac:spMkLst>
            <pc:docMk/>
            <pc:sldMk cId="188495485" sldId="396"/>
            <ac:spMk id="5" creationId="{9C85F91F-B62B-13D5-4705-A65A1E9BD9D2}"/>
          </ac:spMkLst>
        </pc:spChg>
        <pc:spChg chg="add mod">
          <ac:chgData name="Sharma, Neal K" userId="S::nea1@iastate.edu::a8f24e1b-a6e4-4bbf-8b81-f309165b7467" providerId="AD" clId="Web-{2642560F-B8C3-13F3-3F73-F7BEBD5B1B00}" dt="2025-11-18T22:36:21.961" v="637" actId="1076"/>
          <ac:spMkLst>
            <pc:docMk/>
            <pc:sldMk cId="188495485" sldId="396"/>
            <ac:spMk id="6" creationId="{14184B65-DC2D-D914-29CA-E38EA0608709}"/>
          </ac:spMkLst>
        </pc:spChg>
        <pc:spChg chg="add del mod">
          <ac:chgData name="Sharma, Neal K" userId="S::nea1@iastate.edu::a8f24e1b-a6e4-4bbf-8b81-f309165b7467" providerId="AD" clId="Web-{2642560F-B8C3-13F3-3F73-F7BEBD5B1B00}" dt="2025-11-18T18:23:55.332" v="17"/>
          <ac:spMkLst>
            <pc:docMk/>
            <pc:sldMk cId="188495485" sldId="396"/>
            <ac:spMk id="6" creationId="{BDC299B7-878B-50BA-C04A-2DC2889ED036}"/>
          </ac:spMkLst>
        </pc:spChg>
        <pc:spChg chg="mod">
          <ac:chgData name="Sharma, Neal K" userId="S::nea1@iastate.edu::a8f24e1b-a6e4-4bbf-8b81-f309165b7467" providerId="AD" clId="Web-{2642560F-B8C3-13F3-3F73-F7BEBD5B1B00}" dt="2025-11-18T22:37:06.258" v="643" actId="20577"/>
          <ac:spMkLst>
            <pc:docMk/>
            <pc:sldMk cId="188495485" sldId="396"/>
            <ac:spMk id="8" creationId="{EE5BD9B0-1F31-F05B-1CC2-ACB0DF97EFDC}"/>
          </ac:spMkLst>
        </pc:spChg>
        <pc:spChg chg="add mod">
          <ac:chgData name="Sharma, Neal K" userId="S::nea1@iastate.edu::a8f24e1b-a6e4-4bbf-8b81-f309165b7467" providerId="AD" clId="Web-{2642560F-B8C3-13F3-3F73-F7BEBD5B1B00}" dt="2025-11-18T19:37:40.457" v="601" actId="1076"/>
          <ac:spMkLst>
            <pc:docMk/>
            <pc:sldMk cId="188495485" sldId="396"/>
            <ac:spMk id="9" creationId="{769B1B83-75CA-E411-F893-BB38A8FF374D}"/>
          </ac:spMkLst>
        </pc:spChg>
        <pc:spChg chg="add del mod">
          <ac:chgData name="Sharma, Neal K" userId="S::nea1@iastate.edu::a8f24e1b-a6e4-4bbf-8b81-f309165b7467" providerId="AD" clId="Web-{2642560F-B8C3-13F3-3F73-F7BEBD5B1B00}" dt="2025-11-18T19:21:01.209" v="296"/>
          <ac:spMkLst>
            <pc:docMk/>
            <pc:sldMk cId="188495485" sldId="396"/>
            <ac:spMk id="10" creationId="{B3826176-F400-1D79-70C5-80701C0C3291}"/>
          </ac:spMkLst>
        </pc:spChg>
        <pc:spChg chg="add del mod">
          <ac:chgData name="Sharma, Neal K" userId="S::nea1@iastate.edu::a8f24e1b-a6e4-4bbf-8b81-f309165b7467" providerId="AD" clId="Web-{2642560F-B8C3-13F3-3F73-F7BEBD5B1B00}" dt="2025-11-18T19:21:01.209" v="295"/>
          <ac:spMkLst>
            <pc:docMk/>
            <pc:sldMk cId="188495485" sldId="396"/>
            <ac:spMk id="11" creationId="{E2BA0E7F-D05C-3B3C-DCA1-9D486BFF110E}"/>
          </ac:spMkLst>
        </pc:spChg>
        <pc:spChg chg="add del mod">
          <ac:chgData name="Sharma, Neal K" userId="S::nea1@iastate.edu::a8f24e1b-a6e4-4bbf-8b81-f309165b7467" providerId="AD" clId="Web-{2642560F-B8C3-13F3-3F73-F7BEBD5B1B00}" dt="2025-11-18T19:35:56.754" v="586"/>
          <ac:spMkLst>
            <pc:docMk/>
            <pc:sldMk cId="188495485" sldId="396"/>
            <ac:spMk id="12" creationId="{22B97750-187D-9A0B-124B-0DDD16FD4959}"/>
          </ac:spMkLst>
        </pc:spChg>
      </pc:sldChg>
      <pc:sldChg chg="addSp delSp modSp">
        <pc:chgData name="Sharma, Neal K" userId="S::nea1@iastate.edu::a8f24e1b-a6e4-4bbf-8b81-f309165b7467" providerId="AD" clId="Web-{2642560F-B8C3-13F3-3F73-F7BEBD5B1B00}" dt="2025-11-18T22:02:55.158" v="625" actId="1076"/>
        <pc:sldMkLst>
          <pc:docMk/>
          <pc:sldMk cId="3898547165" sldId="398"/>
        </pc:sldMkLst>
        <pc:spChg chg="del">
          <ac:chgData name="Sharma, Neal K" userId="S::nea1@iastate.edu::a8f24e1b-a6e4-4bbf-8b81-f309165b7467" providerId="AD" clId="Web-{2642560F-B8C3-13F3-3F73-F7BEBD5B1B00}" dt="2025-11-18T18:34:02.095" v="288"/>
          <ac:spMkLst>
            <pc:docMk/>
            <pc:sldMk cId="3898547165" sldId="398"/>
            <ac:spMk id="3" creationId="{5A69CF24-252F-B6BA-0955-DA016A63A7F2}"/>
          </ac:spMkLst>
        </pc:spChg>
        <pc:spChg chg="add mod">
          <ac:chgData name="Sharma, Neal K" userId="S::nea1@iastate.edu::a8f24e1b-a6e4-4bbf-8b81-f309165b7467" providerId="AD" clId="Web-{2642560F-B8C3-13F3-3F73-F7BEBD5B1B00}" dt="2025-11-18T22:02:55.158" v="625" actId="1076"/>
          <ac:spMkLst>
            <pc:docMk/>
            <pc:sldMk cId="3898547165" sldId="398"/>
            <ac:spMk id="6" creationId="{4D65B8E1-2027-F7DE-BD3E-561A1D917960}"/>
          </ac:spMkLst>
        </pc:spChg>
      </pc:sldChg>
      <pc:sldChg chg="modSp">
        <pc:chgData name="Sharma, Neal K" userId="S::nea1@iastate.edu::a8f24e1b-a6e4-4bbf-8b81-f309165b7467" providerId="AD" clId="Web-{2642560F-B8C3-13F3-3F73-F7BEBD5B1B00}" dt="2025-11-18T22:04:01.253" v="632" actId="1076"/>
        <pc:sldMkLst>
          <pc:docMk/>
          <pc:sldMk cId="1695331701" sldId="400"/>
        </pc:sldMkLst>
        <pc:spChg chg="mod">
          <ac:chgData name="Sharma, Neal K" userId="S::nea1@iastate.edu::a8f24e1b-a6e4-4bbf-8b81-f309165b7467" providerId="AD" clId="Web-{2642560F-B8C3-13F3-3F73-F7BEBD5B1B00}" dt="2025-11-18T19:36:26.957" v="598" actId="20577"/>
          <ac:spMkLst>
            <pc:docMk/>
            <pc:sldMk cId="1695331701" sldId="400"/>
            <ac:spMk id="2" creationId="{CC020B0C-60C5-3E3B-FA1D-906E692E1B1F}"/>
          </ac:spMkLst>
        </pc:spChg>
        <pc:spChg chg="mod">
          <ac:chgData name="Sharma, Neal K" userId="S::nea1@iastate.edu::a8f24e1b-a6e4-4bbf-8b81-f309165b7467" providerId="AD" clId="Web-{2642560F-B8C3-13F3-3F73-F7BEBD5B1B00}" dt="2025-11-18T22:04:01.253" v="632" actId="1076"/>
          <ac:spMkLst>
            <pc:docMk/>
            <pc:sldMk cId="1695331701" sldId="400"/>
            <ac:spMk id="3" creationId="{227C8312-2D6E-4EA2-0F7E-32648FEF45C4}"/>
          </ac:spMkLst>
        </pc:spChg>
        <pc:spChg chg="mod">
          <ac:chgData name="Sharma, Neal K" userId="S::nea1@iastate.edu::a8f24e1b-a6e4-4bbf-8b81-f309165b7467" providerId="AD" clId="Web-{2642560F-B8C3-13F3-3F73-F7BEBD5B1B00}" dt="2025-11-18T22:03:53.878" v="628" actId="1076"/>
          <ac:spMkLst>
            <pc:docMk/>
            <pc:sldMk cId="1695331701" sldId="400"/>
            <ac:spMk id="5" creationId="{B9B5A771-84C5-D494-3473-59FA7D84E37D}"/>
          </ac:spMkLst>
        </pc:spChg>
        <pc:spChg chg="mod">
          <ac:chgData name="Sharma, Neal K" userId="S::nea1@iastate.edu::a8f24e1b-a6e4-4bbf-8b81-f309165b7467" providerId="AD" clId="Web-{2642560F-B8C3-13F3-3F73-F7BEBD5B1B00}" dt="2025-11-18T22:03:53.893" v="629" actId="1076"/>
          <ac:spMkLst>
            <pc:docMk/>
            <pc:sldMk cId="1695331701" sldId="400"/>
            <ac:spMk id="6" creationId="{A9C02292-3E1A-A8A9-3F00-6FA9416338B7}"/>
          </ac:spMkLst>
        </pc:spChg>
        <pc:spChg chg="mod">
          <ac:chgData name="Sharma, Neal K" userId="S::nea1@iastate.edu::a8f24e1b-a6e4-4bbf-8b81-f309165b7467" providerId="AD" clId="Web-{2642560F-B8C3-13F3-3F73-F7BEBD5B1B00}" dt="2025-11-18T22:04:01.237" v="631" actId="1076"/>
          <ac:spMkLst>
            <pc:docMk/>
            <pc:sldMk cId="1695331701" sldId="400"/>
            <ac:spMk id="8" creationId="{C6978FC5-0BAC-417E-B780-79FF842FA50A}"/>
          </ac:spMkLst>
        </pc:spChg>
        <pc:spChg chg="mod">
          <ac:chgData name="Sharma, Neal K" userId="S::nea1@iastate.edu::a8f24e1b-a6e4-4bbf-8b81-f309165b7467" providerId="AD" clId="Web-{2642560F-B8C3-13F3-3F73-F7BEBD5B1B00}" dt="2025-11-18T22:03:53.893" v="630" actId="1076"/>
          <ac:spMkLst>
            <pc:docMk/>
            <pc:sldMk cId="1695331701" sldId="400"/>
            <ac:spMk id="9" creationId="{39B0AF6D-F4AC-3118-B7E7-924E48431DC7}"/>
          </ac:spMkLst>
        </pc:spChg>
      </pc:sldChg>
      <pc:sldChg chg="addSp delSp modSp">
        <pc:chgData name="Sharma, Neal K" userId="S::nea1@iastate.edu::a8f24e1b-a6e4-4bbf-8b81-f309165b7467" providerId="AD" clId="Web-{2642560F-B8C3-13F3-3F73-F7BEBD5B1B00}" dt="2025-11-18T22:41:08.571" v="727" actId="20577"/>
        <pc:sldMkLst>
          <pc:docMk/>
          <pc:sldMk cId="2511590528" sldId="401"/>
        </pc:sldMkLst>
        <pc:spChg chg="add del">
          <ac:chgData name="Sharma, Neal K" userId="S::nea1@iastate.edu::a8f24e1b-a6e4-4bbf-8b81-f309165b7467" providerId="AD" clId="Web-{2642560F-B8C3-13F3-3F73-F7BEBD5B1B00}" dt="2025-11-18T19:21:23.865" v="304"/>
          <ac:spMkLst>
            <pc:docMk/>
            <pc:sldMk cId="2511590528" sldId="401"/>
            <ac:spMk id="3" creationId="{B3826176-F400-1D79-70C5-80701C0C3291}"/>
          </ac:spMkLst>
        </pc:spChg>
        <pc:spChg chg="add del mod">
          <ac:chgData name="Sharma, Neal K" userId="S::nea1@iastate.edu::a8f24e1b-a6e4-4bbf-8b81-f309165b7467" providerId="AD" clId="Web-{2642560F-B8C3-13F3-3F73-F7BEBD5B1B00}" dt="2025-11-18T18:28:35.496" v="130"/>
          <ac:spMkLst>
            <pc:docMk/>
            <pc:sldMk cId="2511590528" sldId="401"/>
            <ac:spMk id="3" creationId="{C920270C-77F5-6FE4-A1F3-8CA5AD7FED88}"/>
          </ac:spMkLst>
        </pc:spChg>
        <pc:spChg chg="add del mod">
          <ac:chgData name="Sharma, Neal K" userId="S::nea1@iastate.edu::a8f24e1b-a6e4-4bbf-8b81-f309165b7467" providerId="AD" clId="Web-{2642560F-B8C3-13F3-3F73-F7BEBD5B1B00}" dt="2025-11-18T19:24:57.599" v="359"/>
          <ac:spMkLst>
            <pc:docMk/>
            <pc:sldMk cId="2511590528" sldId="401"/>
            <ac:spMk id="5" creationId="{E2BA0E7F-D05C-3B3C-DCA1-9D486BFF110E}"/>
          </ac:spMkLst>
        </pc:spChg>
        <pc:spChg chg="add del mod">
          <ac:chgData name="Sharma, Neal K" userId="S::nea1@iastate.edu::a8f24e1b-a6e4-4bbf-8b81-f309165b7467" providerId="AD" clId="Web-{2642560F-B8C3-13F3-3F73-F7BEBD5B1B00}" dt="2025-11-18T19:21:28.225" v="306"/>
          <ac:spMkLst>
            <pc:docMk/>
            <pc:sldMk cId="2511590528" sldId="401"/>
            <ac:spMk id="6" creationId="{850AB15A-2D60-4CED-6AD6-EEC33A7B9163}"/>
          </ac:spMkLst>
        </pc:spChg>
        <pc:spChg chg="add del mod">
          <ac:chgData name="Sharma, Neal K" userId="S::nea1@iastate.edu::a8f24e1b-a6e4-4bbf-8b81-f309165b7467" providerId="AD" clId="Web-{2642560F-B8C3-13F3-3F73-F7BEBD5B1B00}" dt="2025-11-18T19:21:14.850" v="302"/>
          <ac:spMkLst>
            <pc:docMk/>
            <pc:sldMk cId="2511590528" sldId="401"/>
            <ac:spMk id="8" creationId="{13901F46-615D-4670-99ED-0A9C81BE3580}"/>
          </ac:spMkLst>
        </pc:spChg>
        <pc:spChg chg="add del mod">
          <ac:chgData name="Sharma, Neal K" userId="S::nea1@iastate.edu::a8f24e1b-a6e4-4bbf-8b81-f309165b7467" providerId="AD" clId="Web-{2642560F-B8C3-13F3-3F73-F7BEBD5B1B00}" dt="2025-11-18T19:21:28.225" v="305"/>
          <ac:spMkLst>
            <pc:docMk/>
            <pc:sldMk cId="2511590528" sldId="401"/>
            <ac:spMk id="9" creationId="{14184B65-DC2D-D914-29CA-E38EA0608709}"/>
          </ac:spMkLst>
        </pc:spChg>
        <pc:spChg chg="add del mod">
          <ac:chgData name="Sharma, Neal K" userId="S::nea1@iastate.edu::a8f24e1b-a6e4-4bbf-8b81-f309165b7467" providerId="AD" clId="Web-{2642560F-B8C3-13F3-3F73-F7BEBD5B1B00}" dt="2025-11-18T19:21:14.850" v="301"/>
          <ac:spMkLst>
            <pc:docMk/>
            <pc:sldMk cId="2511590528" sldId="401"/>
            <ac:spMk id="10" creationId="{48DB9A32-E5B8-C8AE-B8DE-C1CB41E9C28F}"/>
          </ac:spMkLst>
        </pc:spChg>
        <pc:spChg chg="add del mod">
          <ac:chgData name="Sharma, Neal K" userId="S::nea1@iastate.edu::a8f24e1b-a6e4-4bbf-8b81-f309165b7467" providerId="AD" clId="Web-{2642560F-B8C3-13F3-3F73-F7BEBD5B1B00}" dt="2025-11-18T18:31:18.124" v="204"/>
          <ac:spMkLst>
            <pc:docMk/>
            <pc:sldMk cId="2511590528" sldId="401"/>
            <ac:spMk id="10" creationId="{51F4937F-152F-840A-ABC6-5984BED56584}"/>
          </ac:spMkLst>
        </pc:spChg>
        <pc:spChg chg="add del mod">
          <ac:chgData name="Sharma, Neal K" userId="S::nea1@iastate.edu::a8f24e1b-a6e4-4bbf-8b81-f309165b7467" providerId="AD" clId="Web-{2642560F-B8C3-13F3-3F73-F7BEBD5B1B00}" dt="2025-11-18T19:25:00.724" v="363"/>
          <ac:spMkLst>
            <pc:docMk/>
            <pc:sldMk cId="2511590528" sldId="401"/>
            <ac:spMk id="12" creationId="{781D5EB7-8DEB-0520-8467-FCCC4CF612D6}"/>
          </ac:spMkLst>
        </pc:spChg>
        <pc:spChg chg="add del mod">
          <ac:chgData name="Sharma, Neal K" userId="S::nea1@iastate.edu::a8f24e1b-a6e4-4bbf-8b81-f309165b7467" providerId="AD" clId="Web-{2642560F-B8C3-13F3-3F73-F7BEBD5B1B00}" dt="2025-11-18T18:32:07.812" v="251"/>
          <ac:spMkLst>
            <pc:docMk/>
            <pc:sldMk cId="2511590528" sldId="401"/>
            <ac:spMk id="12" creationId="{BBD5D604-5239-4263-0A4A-287758BDAA39}"/>
          </ac:spMkLst>
        </pc:spChg>
        <pc:spChg chg="add mod">
          <ac:chgData name="Sharma, Neal K" userId="S::nea1@iastate.edu::a8f24e1b-a6e4-4bbf-8b81-f309165b7467" providerId="AD" clId="Web-{2642560F-B8C3-13F3-3F73-F7BEBD5B1B00}" dt="2025-11-18T19:35:44.973" v="582" actId="1076"/>
          <ac:spMkLst>
            <pc:docMk/>
            <pc:sldMk cId="2511590528" sldId="401"/>
            <ac:spMk id="13" creationId="{D5A66C40-AE51-95C6-D883-3D74B4A879FC}"/>
          </ac:spMkLst>
        </pc:spChg>
        <pc:spChg chg="add mod">
          <ac:chgData name="Sharma, Neal K" userId="S::nea1@iastate.edu::a8f24e1b-a6e4-4bbf-8b81-f309165b7467" providerId="AD" clId="Web-{2642560F-B8C3-13F3-3F73-F7BEBD5B1B00}" dt="2025-11-18T22:41:08.571" v="727" actId="20577"/>
          <ac:spMkLst>
            <pc:docMk/>
            <pc:sldMk cId="2511590528" sldId="401"/>
            <ac:spMk id="14" creationId="{7039D7D6-94F6-6D92-7BAF-B49B1095B0CA}"/>
          </ac:spMkLst>
        </pc:spChg>
        <pc:spChg chg="add mod">
          <ac:chgData name="Sharma, Neal K" userId="S::nea1@iastate.edu::a8f24e1b-a6e4-4bbf-8b81-f309165b7467" providerId="AD" clId="Web-{2642560F-B8C3-13F3-3F73-F7BEBD5B1B00}" dt="2025-11-18T19:35:44.988" v="584" actId="1076"/>
          <ac:spMkLst>
            <pc:docMk/>
            <pc:sldMk cId="2511590528" sldId="401"/>
            <ac:spMk id="15" creationId="{38481F54-8AD9-2680-66C7-9D65500A17C2}"/>
          </ac:spMkLst>
        </pc:spChg>
        <pc:spChg chg="add mod">
          <ac:chgData name="Sharma, Neal K" userId="S::nea1@iastate.edu::a8f24e1b-a6e4-4bbf-8b81-f309165b7467" providerId="AD" clId="Web-{2642560F-B8C3-13F3-3F73-F7BEBD5B1B00}" dt="2025-11-18T22:40:39.743" v="721" actId="20577"/>
          <ac:spMkLst>
            <pc:docMk/>
            <pc:sldMk cId="2511590528" sldId="401"/>
            <ac:spMk id="16" creationId="{7B2305F2-4797-85AE-E384-926826FFBC9B}"/>
          </ac:spMkLst>
        </pc:spChg>
        <pc:graphicFrameChg chg="add del mod modGraphic">
          <ac:chgData name="Sharma, Neal K" userId="S::nea1@iastate.edu::a8f24e1b-a6e4-4bbf-8b81-f309165b7467" providerId="AD" clId="Web-{2642560F-B8C3-13F3-3F73-F7BEBD5B1B00}" dt="2025-11-18T19:35:24.145" v="577"/>
          <ac:graphicFrameMkLst>
            <pc:docMk/>
            <pc:sldMk cId="2511590528" sldId="401"/>
            <ac:graphicFrameMk id="11" creationId="{D2CB992F-D6FE-6F4E-532C-656D14EBFED0}"/>
          </ac:graphicFrameMkLst>
        </pc:graphicFrameChg>
      </pc:sldChg>
    </pc:docChg>
  </pc:docChgLst>
  <pc:docChgLst>
    <pc:chgData name="Sharma, Neal K" userId="S::nea1@iastate.edu::a8f24e1b-a6e4-4bbf-8b81-f309165b7467" providerId="AD" clId="Web-{0A7A448C-C485-BB4A-8179-6F1A9CD0897A}"/>
    <pc:docChg chg="modSld">
      <pc:chgData name="Sharma, Neal K" userId="S::nea1@iastate.edu::a8f24e1b-a6e4-4bbf-8b81-f309165b7467" providerId="AD" clId="Web-{0A7A448C-C485-BB4A-8179-6F1A9CD0897A}" dt="2025-11-18T18:45:14.474" v="798" actId="20577"/>
      <pc:docMkLst>
        <pc:docMk/>
      </pc:docMkLst>
      <pc:sldChg chg="modSp">
        <pc:chgData name="Sharma, Neal K" userId="S::nea1@iastate.edu::a8f24e1b-a6e4-4bbf-8b81-f309165b7467" providerId="AD" clId="Web-{0A7A448C-C485-BB4A-8179-6F1A9CD0897A}" dt="2025-11-18T18:45:14.474" v="798" actId="20577"/>
        <pc:sldMkLst>
          <pc:docMk/>
          <pc:sldMk cId="188495485" sldId="396"/>
        </pc:sldMkLst>
        <pc:spChg chg="mod">
          <ac:chgData name="Sharma, Neal K" userId="S::nea1@iastate.edu::a8f24e1b-a6e4-4bbf-8b81-f309165b7467" providerId="AD" clId="Web-{0A7A448C-C485-BB4A-8179-6F1A9CD0897A}" dt="2025-11-18T18:42:57.506" v="666" actId="1076"/>
          <ac:spMkLst>
            <pc:docMk/>
            <pc:sldMk cId="188495485" sldId="396"/>
            <ac:spMk id="5" creationId="{9C85F91F-B62B-13D5-4705-A65A1E9BD9D2}"/>
          </ac:spMkLst>
        </pc:spChg>
        <pc:spChg chg="mod">
          <ac:chgData name="Sharma, Neal K" userId="S::nea1@iastate.edu::a8f24e1b-a6e4-4bbf-8b81-f309165b7467" providerId="AD" clId="Web-{0A7A448C-C485-BB4A-8179-6F1A9CD0897A}" dt="2025-11-18T18:42:57.522" v="667" actId="1076"/>
          <ac:spMkLst>
            <pc:docMk/>
            <pc:sldMk cId="188495485" sldId="396"/>
            <ac:spMk id="8" creationId="{EE5BD9B0-1F31-F05B-1CC2-ACB0DF97EFDC}"/>
          </ac:spMkLst>
        </pc:spChg>
        <pc:spChg chg="mod">
          <ac:chgData name="Sharma, Neal K" userId="S::nea1@iastate.edu::a8f24e1b-a6e4-4bbf-8b81-f309165b7467" providerId="AD" clId="Web-{0A7A448C-C485-BB4A-8179-6F1A9CD0897A}" dt="2025-11-18T18:42:57.522" v="668" actId="1076"/>
          <ac:spMkLst>
            <pc:docMk/>
            <pc:sldMk cId="188495485" sldId="396"/>
            <ac:spMk id="9" creationId="{769B1B83-75CA-E411-F893-BB38A8FF374D}"/>
          </ac:spMkLst>
        </pc:spChg>
        <pc:spChg chg="mod">
          <ac:chgData name="Sharma, Neal K" userId="S::nea1@iastate.edu::a8f24e1b-a6e4-4bbf-8b81-f309165b7467" providerId="AD" clId="Web-{0A7A448C-C485-BB4A-8179-6F1A9CD0897A}" dt="2025-11-18T18:43:02.053" v="669" actId="1076"/>
          <ac:spMkLst>
            <pc:docMk/>
            <pc:sldMk cId="188495485" sldId="396"/>
            <ac:spMk id="10" creationId="{B3826176-F400-1D79-70C5-80701C0C3291}"/>
          </ac:spMkLst>
        </pc:spChg>
        <pc:spChg chg="mod">
          <ac:chgData name="Sharma, Neal K" userId="S::nea1@iastate.edu::a8f24e1b-a6e4-4bbf-8b81-f309165b7467" providerId="AD" clId="Web-{0A7A448C-C485-BB4A-8179-6F1A9CD0897A}" dt="2025-11-18T18:45:14.474" v="798" actId="20577"/>
          <ac:spMkLst>
            <pc:docMk/>
            <pc:sldMk cId="188495485" sldId="396"/>
            <ac:spMk id="11" creationId="{E2BA0E7F-D05C-3B3C-DCA1-9D486BFF110E}"/>
          </ac:spMkLst>
        </pc:spChg>
        <pc:spChg chg="mod">
          <ac:chgData name="Sharma, Neal K" userId="S::nea1@iastate.edu::a8f24e1b-a6e4-4bbf-8b81-f309165b7467" providerId="AD" clId="Web-{0A7A448C-C485-BB4A-8179-6F1A9CD0897A}" dt="2025-11-18T18:43:06.053" v="672" actId="1076"/>
          <ac:spMkLst>
            <pc:docMk/>
            <pc:sldMk cId="188495485" sldId="396"/>
            <ac:spMk id="12" creationId="{22B97750-187D-9A0B-124B-0DDD16FD4959}"/>
          </ac:spMkLst>
        </pc:spChg>
      </pc:sldChg>
      <pc:sldChg chg="addSp modSp">
        <pc:chgData name="Sharma, Neal K" userId="S::nea1@iastate.edu::a8f24e1b-a6e4-4bbf-8b81-f309165b7467" providerId="AD" clId="Web-{0A7A448C-C485-BB4A-8179-6F1A9CD0897A}" dt="2025-11-18T18:41:15.554" v="649" actId="20577"/>
        <pc:sldMkLst>
          <pc:docMk/>
          <pc:sldMk cId="1695331701" sldId="400"/>
        </pc:sldMkLst>
        <pc:spChg chg="mod">
          <ac:chgData name="Sharma, Neal K" userId="S::nea1@iastate.edu::a8f24e1b-a6e4-4bbf-8b81-f309165b7467" providerId="AD" clId="Web-{0A7A448C-C485-BB4A-8179-6F1A9CD0897A}" dt="2025-11-18T04:37:35.662" v="557" actId="20577"/>
          <ac:spMkLst>
            <pc:docMk/>
            <pc:sldMk cId="1695331701" sldId="400"/>
            <ac:spMk id="3" creationId="{227C8312-2D6E-4EA2-0F7E-32648FEF45C4}"/>
          </ac:spMkLst>
        </pc:spChg>
        <pc:spChg chg="mod">
          <ac:chgData name="Sharma, Neal K" userId="S::nea1@iastate.edu::a8f24e1b-a6e4-4bbf-8b81-f309165b7467" providerId="AD" clId="Web-{0A7A448C-C485-BB4A-8179-6F1A9CD0897A}" dt="2025-11-18T18:40:55.054" v="646" actId="1076"/>
          <ac:spMkLst>
            <pc:docMk/>
            <pc:sldMk cId="1695331701" sldId="400"/>
            <ac:spMk id="5" creationId="{B9B5A771-84C5-D494-3473-59FA7D84E37D}"/>
          </ac:spMkLst>
        </pc:spChg>
        <pc:spChg chg="mod">
          <ac:chgData name="Sharma, Neal K" userId="S::nea1@iastate.edu::a8f24e1b-a6e4-4bbf-8b81-f309165b7467" providerId="AD" clId="Web-{0A7A448C-C485-BB4A-8179-6F1A9CD0897A}" dt="2025-11-18T18:41:15.554" v="649" actId="20577"/>
          <ac:spMkLst>
            <pc:docMk/>
            <pc:sldMk cId="1695331701" sldId="400"/>
            <ac:spMk id="6" creationId="{A9C02292-3E1A-A8A9-3F00-6FA9416338B7}"/>
          </ac:spMkLst>
        </pc:spChg>
        <pc:spChg chg="add mod">
          <ac:chgData name="Sharma, Neal K" userId="S::nea1@iastate.edu::a8f24e1b-a6e4-4bbf-8b81-f309165b7467" providerId="AD" clId="Web-{0A7A448C-C485-BB4A-8179-6F1A9CD0897A}" dt="2025-11-18T18:40:47.445" v="645" actId="1076"/>
          <ac:spMkLst>
            <pc:docMk/>
            <pc:sldMk cId="1695331701" sldId="400"/>
            <ac:spMk id="9" creationId="{39B0AF6D-F4AC-3118-B7E7-924E48431DC7}"/>
          </ac:spMkLst>
        </pc:spChg>
      </pc:sldChg>
      <pc:sldChg chg="addSp delSp modSp">
        <pc:chgData name="Sharma, Neal K" userId="S::nea1@iastate.edu::a8f24e1b-a6e4-4bbf-8b81-f309165b7467" providerId="AD" clId="Web-{0A7A448C-C485-BB4A-8179-6F1A9CD0897A}" dt="2025-11-18T18:40:07.554" v="634" actId="1076"/>
        <pc:sldMkLst>
          <pc:docMk/>
          <pc:sldMk cId="2511590528" sldId="401"/>
        </pc:sldMkLst>
        <pc:spChg chg="mod">
          <ac:chgData name="Sharma, Neal K" userId="S::nea1@iastate.edu::a8f24e1b-a6e4-4bbf-8b81-f309165b7467" providerId="AD" clId="Web-{0A7A448C-C485-BB4A-8179-6F1A9CD0897A}" dt="2025-11-18T04:06:39.915" v="25" actId="20577"/>
          <ac:spMkLst>
            <pc:docMk/>
            <pc:sldMk cId="2511590528" sldId="401"/>
            <ac:spMk id="2" creationId="{82FE99D3-A575-2B26-D2A2-0B4723F21B99}"/>
          </ac:spMkLst>
        </pc:spChg>
        <pc:spChg chg="del mod">
          <ac:chgData name="Sharma, Neal K" userId="S::nea1@iastate.edu::a8f24e1b-a6e4-4bbf-8b81-f309165b7467" providerId="AD" clId="Web-{0A7A448C-C485-BB4A-8179-6F1A9CD0897A}" dt="2025-11-18T04:07:36.872" v="44"/>
          <ac:spMkLst>
            <pc:docMk/>
            <pc:sldMk cId="2511590528" sldId="401"/>
            <ac:spMk id="3" creationId="{067E2694-33F5-5501-109D-B701B570D1FD}"/>
          </ac:spMkLst>
        </pc:spChg>
        <pc:spChg chg="add del">
          <ac:chgData name="Sharma, Neal K" userId="S::nea1@iastate.edu::a8f24e1b-a6e4-4bbf-8b81-f309165b7467" providerId="AD" clId="Web-{0A7A448C-C485-BB4A-8179-6F1A9CD0897A}" dt="2025-11-18T04:07:43.779" v="46"/>
          <ac:spMkLst>
            <pc:docMk/>
            <pc:sldMk cId="2511590528" sldId="401"/>
            <ac:spMk id="5" creationId="{72D2B369-9C1C-08A8-EB1F-01FBB3628C6A}"/>
          </ac:spMkLst>
        </pc:spChg>
        <pc:spChg chg="add del mod">
          <ac:chgData name="Sharma, Neal K" userId="S::nea1@iastate.edu::a8f24e1b-a6e4-4bbf-8b81-f309165b7467" providerId="AD" clId="Web-{0A7A448C-C485-BB4A-8179-6F1A9CD0897A}" dt="2025-11-18T04:20:27.485" v="344"/>
          <ac:spMkLst>
            <pc:docMk/>
            <pc:sldMk cId="2511590528" sldId="401"/>
            <ac:spMk id="6" creationId="{32C0458A-575E-FE87-9878-ABE4BA6D7001}"/>
          </ac:spMkLst>
        </pc:spChg>
        <pc:spChg chg="mod">
          <ac:chgData name="Sharma, Neal K" userId="S::nea1@iastate.edu::a8f24e1b-a6e4-4bbf-8b81-f309165b7467" providerId="AD" clId="Web-{0A7A448C-C485-BB4A-8179-6F1A9CD0897A}" dt="2025-11-18T18:40:07.554" v="634" actId="1076"/>
          <ac:spMkLst>
            <pc:docMk/>
            <pc:sldMk cId="2511590528" sldId="401"/>
            <ac:spMk id="6" creationId="{850AB15A-2D60-4CED-6AD6-EEC33A7B9163}"/>
          </ac:spMkLst>
        </pc:spChg>
        <pc:spChg chg="add del mod">
          <ac:chgData name="Sharma, Neal K" userId="S::nea1@iastate.edu::a8f24e1b-a6e4-4bbf-8b81-f309165b7467" providerId="AD" clId="Web-{0A7A448C-C485-BB4A-8179-6F1A9CD0897A}" dt="2025-11-18T04:35:08.362" v="504"/>
          <ac:spMkLst>
            <pc:docMk/>
            <pc:sldMk cId="2511590528" sldId="401"/>
            <ac:spMk id="8" creationId="{944558DA-4C22-F098-B2A1-F7AF5C5749C6}"/>
          </ac:spMkLst>
        </pc:spChg>
        <pc:spChg chg="mod">
          <ac:chgData name="Sharma, Neal K" userId="S::nea1@iastate.edu::a8f24e1b-a6e4-4bbf-8b81-f309165b7467" providerId="AD" clId="Web-{0A7A448C-C485-BB4A-8179-6F1A9CD0897A}" dt="2025-11-18T18:40:07.554" v="633" actId="1076"/>
          <ac:spMkLst>
            <pc:docMk/>
            <pc:sldMk cId="2511590528" sldId="401"/>
            <ac:spMk id="9" creationId="{14184B65-DC2D-D914-29CA-E38EA0608709}"/>
          </ac:spMkLst>
        </pc:spChg>
        <pc:spChg chg="add del mod">
          <ac:chgData name="Sharma, Neal K" userId="S::nea1@iastate.edu::a8f24e1b-a6e4-4bbf-8b81-f309165b7467" providerId="AD" clId="Web-{0A7A448C-C485-BB4A-8179-6F1A9CD0897A}" dt="2025-11-18T04:28:25.557" v="468"/>
          <ac:spMkLst>
            <pc:docMk/>
            <pc:sldMk cId="2511590528" sldId="401"/>
            <ac:spMk id="9" creationId="{BF613460-56FB-B40C-BE15-648EFD7F96A3}"/>
          </ac:spMkLst>
        </pc:spChg>
        <pc:spChg chg="add del mod">
          <ac:chgData name="Sharma, Neal K" userId="S::nea1@iastate.edu::a8f24e1b-a6e4-4bbf-8b81-f309165b7467" providerId="AD" clId="Web-{0A7A448C-C485-BB4A-8179-6F1A9CD0897A}" dt="2025-11-18T04:35:08.362" v="503"/>
          <ac:spMkLst>
            <pc:docMk/>
            <pc:sldMk cId="2511590528" sldId="401"/>
            <ac:spMk id="10" creationId="{2AD35F56-71BA-F10A-AFE9-09686C21B76D}"/>
          </ac:spMkLst>
        </pc:spChg>
        <pc:spChg chg="mod">
          <ac:chgData name="Sharma, Neal K" userId="S::nea1@iastate.edu::a8f24e1b-a6e4-4bbf-8b81-f309165b7467" providerId="AD" clId="Web-{0A7A448C-C485-BB4A-8179-6F1A9CD0897A}" dt="2025-11-18T18:40:07.554" v="632" actId="1076"/>
          <ac:spMkLst>
            <pc:docMk/>
            <pc:sldMk cId="2511590528" sldId="401"/>
            <ac:spMk id="13" creationId="{D5A66C40-AE51-95C6-D883-3D74B4A879FC}"/>
          </ac:spMkLst>
        </pc:spChg>
        <pc:spChg chg="mod">
          <ac:chgData name="Sharma, Neal K" userId="S::nea1@iastate.edu::a8f24e1b-a6e4-4bbf-8b81-f309165b7467" providerId="AD" clId="Web-{0A7A448C-C485-BB4A-8179-6F1A9CD0897A}" dt="2025-11-18T18:40:07.554" v="631" actId="1076"/>
          <ac:spMkLst>
            <pc:docMk/>
            <pc:sldMk cId="2511590528" sldId="401"/>
            <ac:spMk id="14" creationId="{7039D7D6-94F6-6D92-7BAF-B49B1095B0CA}"/>
          </ac:spMkLst>
        </pc:spChg>
      </pc:sldChg>
    </pc:docChg>
  </pc:docChgLst>
  <pc:docChgLst>
    <pc:chgData name="Ravivenkatesh, Varsha" userId="S::vraviven@iastate.edu::6186a068-8be9-437c-8e1a-fc38f6b141bf" providerId="AD" clId="Web-{B9913C86-1A6B-3D78-EF11-73A1F07DF41E}"/>
    <pc:docChg chg="modSld">
      <pc:chgData name="Ravivenkatesh, Varsha" userId="S::vraviven@iastate.edu::6186a068-8be9-437c-8e1a-fc38f6b141bf" providerId="AD" clId="Web-{B9913C86-1A6B-3D78-EF11-73A1F07DF41E}" dt="2025-11-17T04:35:30.304" v="18" actId="20577"/>
      <pc:docMkLst>
        <pc:docMk/>
      </pc:docMkLst>
      <pc:sldChg chg="modSp">
        <pc:chgData name="Ravivenkatesh, Varsha" userId="S::vraviven@iastate.edu::6186a068-8be9-437c-8e1a-fc38f6b141bf" providerId="AD" clId="Web-{B9913C86-1A6B-3D78-EF11-73A1F07DF41E}" dt="2025-11-17T04:34:22.163" v="0" actId="20577"/>
        <pc:sldMkLst>
          <pc:docMk/>
          <pc:sldMk cId="0" sldId="256"/>
        </pc:sldMkLst>
        <pc:spChg chg="mod">
          <ac:chgData name="Ravivenkatesh, Varsha" userId="S::vraviven@iastate.edu::6186a068-8be9-437c-8e1a-fc38f6b141bf" providerId="AD" clId="Web-{B9913C86-1A6B-3D78-EF11-73A1F07DF41E}" dt="2025-11-17T04:34:22.163" v="0" actId="20577"/>
          <ac:spMkLst>
            <pc:docMk/>
            <pc:sldMk cId="0" sldId="256"/>
            <ac:spMk id="2" creationId="{00000000-0000-0000-0000-000000000000}"/>
          </ac:spMkLst>
        </pc:spChg>
      </pc:sldChg>
      <pc:sldChg chg="modSp">
        <pc:chgData name="Ravivenkatesh, Varsha" userId="S::vraviven@iastate.edu::6186a068-8be9-437c-8e1a-fc38f6b141bf" providerId="AD" clId="Web-{B9913C86-1A6B-3D78-EF11-73A1F07DF41E}" dt="2025-11-17T04:35:30.304" v="18" actId="20577"/>
        <pc:sldMkLst>
          <pc:docMk/>
          <pc:sldMk cId="2259346194" sldId="392"/>
        </pc:sldMkLst>
        <pc:spChg chg="mod">
          <ac:chgData name="Ravivenkatesh, Varsha" userId="S::vraviven@iastate.edu::6186a068-8be9-437c-8e1a-fc38f6b141bf" providerId="AD" clId="Web-{B9913C86-1A6B-3D78-EF11-73A1F07DF41E}" dt="2025-11-17T04:35:30.304" v="18" actId="20577"/>
          <ac:spMkLst>
            <pc:docMk/>
            <pc:sldMk cId="2259346194" sldId="392"/>
            <ac:spMk id="3" creationId="{EFC07D28-0C78-2D20-AC63-36F1F9FD601B}"/>
          </ac:spMkLst>
        </pc:spChg>
      </pc:sldChg>
    </pc:docChg>
  </pc:docChgLst>
  <pc:docChgLst>
    <pc:chgData name="Kaashyap, Raghav" userId="S::raghavk@iastate.edu::5b8b0ea9-3aa7-44b6-b4dd-fc1ab7b46b82" providerId="AD" clId="Web-{B31F5FBB-C1CE-EBFB-0B74-7997F4A8A7C7}"/>
    <pc:docChg chg="mod addSld delSld modSld sldOrd">
      <pc:chgData name="Kaashyap, Raghav" userId="S::raghavk@iastate.edu::5b8b0ea9-3aa7-44b6-b4dd-fc1ab7b46b82" providerId="AD" clId="Web-{B31F5FBB-C1CE-EBFB-0B74-7997F4A8A7C7}" dt="2025-11-18T19:38:35.848" v="324" actId="20577"/>
      <pc:docMkLst>
        <pc:docMk/>
      </pc:docMkLst>
      <pc:sldChg chg="addSp delSp modSp ord">
        <pc:chgData name="Kaashyap, Raghav" userId="S::raghavk@iastate.edu::5b8b0ea9-3aa7-44b6-b4dd-fc1ab7b46b82" providerId="AD" clId="Web-{B31F5FBB-C1CE-EBFB-0B74-7997F4A8A7C7}" dt="2025-11-18T19:33:55.639" v="249" actId="20577"/>
        <pc:sldMkLst>
          <pc:docMk/>
          <pc:sldMk cId="0" sldId="257"/>
        </pc:sldMkLst>
        <pc:spChg chg="mod">
          <ac:chgData name="Kaashyap, Raghav" userId="S::raghavk@iastate.edu::5b8b0ea9-3aa7-44b6-b4dd-fc1ab7b46b82" providerId="AD" clId="Web-{B31F5FBB-C1CE-EBFB-0B74-7997F4A8A7C7}" dt="2025-11-18T19:26:01.394" v="27" actId="20577"/>
          <ac:spMkLst>
            <pc:docMk/>
            <pc:sldMk cId="0" sldId="257"/>
            <ac:spMk id="2" creationId="{00000000-0000-0000-0000-000000000000}"/>
          </ac:spMkLst>
        </pc:spChg>
        <pc:spChg chg="add mod">
          <ac:chgData name="Kaashyap, Raghav" userId="S::raghavk@iastate.edu::5b8b0ea9-3aa7-44b6-b4dd-fc1ab7b46b82" providerId="AD" clId="Web-{B31F5FBB-C1CE-EBFB-0B74-7997F4A8A7C7}" dt="2025-11-18T19:33:55.639" v="249" actId="20577"/>
          <ac:spMkLst>
            <pc:docMk/>
            <pc:sldMk cId="0" sldId="257"/>
            <ac:spMk id="8" creationId="{556F0896-A264-A98F-36CA-50B41856BE3D}"/>
          </ac:spMkLst>
        </pc:spChg>
        <pc:spChg chg="mod">
          <ac:chgData name="Kaashyap, Raghav" userId="S::raghavk@iastate.edu::5b8b0ea9-3aa7-44b6-b4dd-fc1ab7b46b82" providerId="AD" clId="Web-{B31F5FBB-C1CE-EBFB-0B74-7997F4A8A7C7}" dt="2025-11-18T19:26:16.160" v="30"/>
          <ac:spMkLst>
            <pc:docMk/>
            <pc:sldMk cId="0" sldId="257"/>
            <ac:spMk id="19" creationId="{D6C883AE-702E-B68E-FE63-DE7F1CD14DDC}"/>
          </ac:spMkLst>
        </pc:spChg>
        <pc:picChg chg="add mod">
          <ac:chgData name="Kaashyap, Raghav" userId="S::raghavk@iastate.edu::5b8b0ea9-3aa7-44b6-b4dd-fc1ab7b46b82" providerId="AD" clId="Web-{B31F5FBB-C1CE-EBFB-0B74-7997F4A8A7C7}" dt="2025-11-18T19:32:44.387" v="200" actId="1076"/>
          <ac:picMkLst>
            <pc:docMk/>
            <pc:sldMk cId="0" sldId="257"/>
            <ac:picMk id="4" creationId="{6AC302A6-7755-3736-CCAC-14FB49AB09C1}"/>
          </ac:picMkLst>
        </pc:picChg>
        <pc:picChg chg="del">
          <ac:chgData name="Kaashyap, Raghav" userId="S::raghavk@iastate.edu::5b8b0ea9-3aa7-44b6-b4dd-fc1ab7b46b82" providerId="AD" clId="Web-{B31F5FBB-C1CE-EBFB-0B74-7997F4A8A7C7}" dt="2025-11-18T19:24:01.808" v="4"/>
          <ac:picMkLst>
            <pc:docMk/>
            <pc:sldMk cId="0" sldId="257"/>
            <ac:picMk id="5" creationId="{56897C3B-9008-AB20-56D3-2DF713FF0718}"/>
          </ac:picMkLst>
        </pc:picChg>
        <pc:picChg chg="add del mod">
          <ac:chgData name="Kaashyap, Raghav" userId="S::raghavk@iastate.edu::5b8b0ea9-3aa7-44b6-b4dd-fc1ab7b46b82" providerId="AD" clId="Web-{B31F5FBB-C1CE-EBFB-0B74-7997F4A8A7C7}" dt="2025-11-18T19:29:23.477" v="77"/>
          <ac:picMkLst>
            <pc:docMk/>
            <pc:sldMk cId="0" sldId="257"/>
            <ac:picMk id="6" creationId="{F7E0F921-D26F-DA38-3D1B-92A8194B38FB}"/>
          </ac:picMkLst>
        </pc:picChg>
      </pc:sldChg>
      <pc:sldChg chg="modSp">
        <pc:chgData name="Kaashyap, Raghav" userId="S::raghavk@iastate.edu::5b8b0ea9-3aa7-44b6-b4dd-fc1ab7b46b82" providerId="AD" clId="Web-{B31F5FBB-C1CE-EBFB-0B74-7997F4A8A7C7}" dt="2025-11-18T19:38:35.848" v="324" actId="20577"/>
        <pc:sldMkLst>
          <pc:docMk/>
          <pc:sldMk cId="686513382" sldId="393"/>
        </pc:sldMkLst>
        <pc:spChg chg="mod">
          <ac:chgData name="Kaashyap, Raghav" userId="S::raghavk@iastate.edu::5b8b0ea9-3aa7-44b6-b4dd-fc1ab7b46b82" providerId="AD" clId="Web-{B31F5FBB-C1CE-EBFB-0B74-7997F4A8A7C7}" dt="2025-11-18T19:38:35.848" v="324" actId="20577"/>
          <ac:spMkLst>
            <pc:docMk/>
            <pc:sldMk cId="686513382" sldId="393"/>
            <ac:spMk id="3" creationId="{C59F485F-8F33-B922-209C-6E1B93F29E03}"/>
          </ac:spMkLst>
        </pc:spChg>
      </pc:sldChg>
      <pc:sldChg chg="del">
        <pc:chgData name="Kaashyap, Raghav" userId="S::raghavk@iastate.edu::5b8b0ea9-3aa7-44b6-b4dd-fc1ab7b46b82" providerId="AD" clId="Web-{B31F5FBB-C1CE-EBFB-0B74-7997F4A8A7C7}" dt="2025-11-18T19:15:58.371" v="1"/>
        <pc:sldMkLst>
          <pc:docMk/>
          <pc:sldMk cId="2469207108" sldId="397"/>
        </pc:sldMkLst>
      </pc:sldChg>
      <pc:sldChg chg="ord">
        <pc:chgData name="Kaashyap, Raghav" userId="S::raghavk@iastate.edu::5b8b0ea9-3aa7-44b6-b4dd-fc1ab7b46b82" providerId="AD" clId="Web-{B31F5FBB-C1CE-EBFB-0B74-7997F4A8A7C7}" dt="2025-11-18T19:16:08.825" v="3"/>
        <pc:sldMkLst>
          <pc:docMk/>
          <pc:sldMk cId="3898547165" sldId="398"/>
        </pc:sldMkLst>
      </pc:sldChg>
      <pc:sldChg chg="modSp">
        <pc:chgData name="Kaashyap, Raghav" userId="S::raghavk@iastate.edu::5b8b0ea9-3aa7-44b6-b4dd-fc1ab7b46b82" providerId="AD" clId="Web-{B31F5FBB-C1CE-EBFB-0B74-7997F4A8A7C7}" dt="2025-11-18T19:38:02.410" v="312" actId="20577"/>
        <pc:sldMkLst>
          <pc:docMk/>
          <pc:sldMk cId="779531692" sldId="399"/>
        </pc:sldMkLst>
        <pc:spChg chg="mod">
          <ac:chgData name="Kaashyap, Raghav" userId="S::raghavk@iastate.edu::5b8b0ea9-3aa7-44b6-b4dd-fc1ab7b46b82" providerId="AD" clId="Web-{B31F5FBB-C1CE-EBFB-0B74-7997F4A8A7C7}" dt="2025-11-18T19:36:22.877" v="286" actId="1076"/>
          <ac:spMkLst>
            <pc:docMk/>
            <pc:sldMk cId="779531692" sldId="399"/>
            <ac:spMk id="2" creationId="{3FD3AFDD-0B7E-C811-A9ED-F0B04D50DE53}"/>
          </ac:spMkLst>
        </pc:spChg>
        <pc:spChg chg="mod">
          <ac:chgData name="Kaashyap, Raghav" userId="S::raghavk@iastate.edu::5b8b0ea9-3aa7-44b6-b4dd-fc1ab7b46b82" providerId="AD" clId="Web-{B31F5FBB-C1CE-EBFB-0B74-7997F4A8A7C7}" dt="2025-11-18T19:38:02.410" v="312" actId="20577"/>
          <ac:spMkLst>
            <pc:docMk/>
            <pc:sldMk cId="779531692" sldId="399"/>
            <ac:spMk id="3" creationId="{1EA296BE-7F27-681B-9FCC-F1276A7EBBD4}"/>
          </ac:spMkLst>
        </pc:spChg>
      </pc:sldChg>
      <pc:sldChg chg="addSp delSp modSp new del ord">
        <pc:chgData name="Kaashyap, Raghav" userId="S::raghavk@iastate.edu::5b8b0ea9-3aa7-44b6-b4dd-fc1ab7b46b82" providerId="AD" clId="Web-{B31F5FBB-C1CE-EBFB-0B74-7997F4A8A7C7}" dt="2025-11-18T19:31:20.354" v="131"/>
        <pc:sldMkLst>
          <pc:docMk/>
          <pc:sldMk cId="2166636232" sldId="405"/>
        </pc:sldMkLst>
        <pc:spChg chg="add mod">
          <ac:chgData name="Kaashyap, Raghav" userId="S::raghavk@iastate.edu::5b8b0ea9-3aa7-44b6-b4dd-fc1ab7b46b82" providerId="AD" clId="Web-{B31F5FBB-C1CE-EBFB-0B74-7997F4A8A7C7}" dt="2025-11-18T19:30:54.353" v="124" actId="20577"/>
          <ac:spMkLst>
            <pc:docMk/>
            <pc:sldMk cId="2166636232" sldId="405"/>
            <ac:spMk id="5" creationId="{1C96E1F6-B163-B737-EE94-71CDC1B44444}"/>
          </ac:spMkLst>
        </pc:spChg>
        <pc:picChg chg="add del mod">
          <ac:chgData name="Kaashyap, Raghav" userId="S::raghavk@iastate.edu::5b8b0ea9-3aa7-44b6-b4dd-fc1ab7b46b82" providerId="AD" clId="Web-{B31F5FBB-C1CE-EBFB-0B74-7997F4A8A7C7}" dt="2025-11-18T19:31:17.025" v="130"/>
          <ac:picMkLst>
            <pc:docMk/>
            <pc:sldMk cId="2166636232" sldId="405"/>
            <ac:picMk id="4" creationId="{DD0B1DBB-2F92-BBAD-ECF3-A1F78DBD63AA}"/>
          </ac:picMkLst>
        </pc:picChg>
      </pc:sldChg>
      <pc:sldChg chg="add del replId">
        <pc:chgData name="Kaashyap, Raghav" userId="S::raghavk@iastate.edu::5b8b0ea9-3aa7-44b6-b4dd-fc1ab7b46b82" providerId="AD" clId="Web-{B31F5FBB-C1CE-EBFB-0B74-7997F4A8A7C7}" dt="2025-11-18T19:31:12.869" v="129"/>
        <pc:sldMkLst>
          <pc:docMk/>
          <pc:sldMk cId="1633292141" sldId="406"/>
        </pc:sldMkLst>
      </pc:sldChg>
      <pc:sldChg chg="addSp delSp modSp add replId">
        <pc:chgData name="Kaashyap, Raghav" userId="S::raghavk@iastate.edu::5b8b0ea9-3aa7-44b6-b4dd-fc1ab7b46b82" providerId="AD" clId="Web-{B31F5FBB-C1CE-EBFB-0B74-7997F4A8A7C7}" dt="2025-11-18T19:32:33.011" v="199" actId="1076"/>
        <pc:sldMkLst>
          <pc:docMk/>
          <pc:sldMk cId="1234501575" sldId="407"/>
        </pc:sldMkLst>
        <pc:spChg chg="add mod">
          <ac:chgData name="Kaashyap, Raghav" userId="S::raghavk@iastate.edu::5b8b0ea9-3aa7-44b6-b4dd-fc1ab7b46b82" providerId="AD" clId="Web-{B31F5FBB-C1CE-EBFB-0B74-7997F4A8A7C7}" dt="2025-11-18T19:32:33.011" v="199" actId="1076"/>
          <ac:spMkLst>
            <pc:docMk/>
            <pc:sldMk cId="1234501575" sldId="407"/>
            <ac:spMk id="6" creationId="{F53AA378-AE09-945C-76FE-23ED553FEA60}"/>
          </ac:spMkLst>
        </pc:spChg>
        <pc:spChg chg="del mod">
          <ac:chgData name="Kaashyap, Raghav" userId="S::raghavk@iastate.edu::5b8b0ea9-3aa7-44b6-b4dd-fc1ab7b46b82" providerId="AD" clId="Web-{B31F5FBB-C1CE-EBFB-0B74-7997F4A8A7C7}" dt="2025-11-18T19:31:36.151" v="138"/>
          <ac:spMkLst>
            <pc:docMk/>
            <pc:sldMk cId="1234501575" sldId="407"/>
            <ac:spMk id="19" creationId="{6FDA9AD8-CC00-78F5-B043-C50CC12C27F4}"/>
          </ac:spMkLst>
        </pc:spChg>
        <pc:picChg chg="del">
          <ac:chgData name="Kaashyap, Raghav" userId="S::raghavk@iastate.edu::5b8b0ea9-3aa7-44b6-b4dd-fc1ab7b46b82" providerId="AD" clId="Web-{B31F5FBB-C1CE-EBFB-0B74-7997F4A8A7C7}" dt="2025-11-18T19:31:33.619" v="135"/>
          <ac:picMkLst>
            <pc:docMk/>
            <pc:sldMk cId="1234501575" sldId="407"/>
            <ac:picMk id="4" creationId="{AD8CBA15-E0C1-E933-B611-436BB417F711}"/>
          </ac:picMkLst>
        </pc:picChg>
        <pc:picChg chg="add mod">
          <ac:chgData name="Kaashyap, Raghav" userId="S::raghavk@iastate.edu::5b8b0ea9-3aa7-44b6-b4dd-fc1ab7b46b82" providerId="AD" clId="Web-{B31F5FBB-C1CE-EBFB-0B74-7997F4A8A7C7}" dt="2025-11-18T19:31:43.495" v="141" actId="1076"/>
          <ac:picMkLst>
            <pc:docMk/>
            <pc:sldMk cId="1234501575" sldId="407"/>
            <ac:picMk id="5" creationId="{F6FDFA35-0A3C-9122-34F6-F03B94F42E7B}"/>
          </ac:picMkLst>
        </pc:picChg>
      </pc:sldChg>
    </pc:docChg>
  </pc:docChgLst>
</pc:chgInfo>
</file>

<file path=ppt/comments/modernComment_18C_B3C367D.xml><?xml version="1.0" encoding="utf-8"?>
<p188:cmLst xmlns:a="http://schemas.openxmlformats.org/drawingml/2006/main" xmlns:r="http://schemas.openxmlformats.org/officeDocument/2006/relationships" xmlns:p188="http://schemas.microsoft.com/office/powerpoint/2018/8/main">
  <p188:cm id="{439ACB06-F931-4648-B558-5128B459ECF9}" authorId="{CE34299B-887D-C83D-E942-B25B448A224B}" created="2025-11-18T04:09:04.629">
    <ac:deMkLst xmlns:ac="http://schemas.microsoft.com/office/drawing/2013/main/command">
      <pc:docMk xmlns:pc="http://schemas.microsoft.com/office/powerpoint/2013/main/command"/>
      <pc:sldMk xmlns:pc="http://schemas.microsoft.com/office/powerpoint/2013/main/command" cId="188495485" sldId="396"/>
      <ac:spMk id="8" creationId="{EE5BD9B0-1F31-F05B-1CC2-ACB0DF97EFDC}"/>
    </ac:deMkLst>
    <p188:txBody>
      <a:bodyPr/>
      <a:lstStyle/>
      <a:p>
        <a:r>
          <a:rPr lang="en-US"/>
          <a:t>May be give some details of the test, connecting to the supportive questions. For example, compare different unlearning method, compare different unlearning modality, etc.</a:t>
        </a:r>
      </a:p>
    </p188:txBody>
  </p188:cm>
</p188:cmLst>
</file>

<file path=ppt/comments/modernComment_101_0.xml><?xml version="1.0" encoding="utf-8"?>
<p188:cmLst xmlns:a="http://schemas.openxmlformats.org/drawingml/2006/main" xmlns:r="http://schemas.openxmlformats.org/officeDocument/2006/relationships" xmlns:p188="http://schemas.microsoft.com/office/powerpoint/2018/8/main">
  <p188:cm id="{6A06D318-3DC4-4F07-8163-7ECCEE7C7D84}" authorId="{CE34299B-887D-C83D-E942-B25B448A224B}" created="2025-11-18T03:52:28.277">
    <pc:sldMkLst xmlns:pc="http://schemas.microsoft.com/office/powerpoint/2013/main/command">
      <pc:docMk/>
      <pc:sldMk cId="0" sldId="257"/>
    </pc:sldMkLst>
    <p188:txBody>
      <a:bodyPr/>
      <a:lstStyle/>
      <a:p>
        <a:r>
          <a:rPr lang="en-US"/>
          <a:t>Update the illustration figure</a:t>
        </a:r>
      </a:p>
    </p188:txBody>
    <p188:extLst>
      <p:ext xmlns:p="http://schemas.openxmlformats.org/presentationml/2006/main" uri="{57CB4572-C831-44C2-8A1C-0ADB6CCDFE69}">
        <p223:reactions xmlns:p223="http://schemas.microsoft.com/office/powerpoint/2022/03/main">
          <p223:rxn type="👍">
            <p223:instance time="2025-11-18T19:14:06.461" authorId="{FE094EE3-609B-374B-41FC-9E984ABD02E2}"/>
          </p223:rxn>
        </p223:reactions>
      </p:ext>
    </p188:extLst>
  </p188:cm>
</p188:cmLst>
</file>

<file path=ppt/comments/modernComment_189_28EB5CE6.xml><?xml version="1.0" encoding="utf-8"?>
<p188:cmLst xmlns:a="http://schemas.openxmlformats.org/drawingml/2006/main" xmlns:r="http://schemas.openxmlformats.org/officeDocument/2006/relationships" xmlns:p188="http://schemas.microsoft.com/office/powerpoint/2018/8/main">
  <p188:cm id="{D0A78F1D-9A52-4102-937D-D4365943A823}" authorId="{CE34299B-887D-C83D-E942-B25B448A224B}" created="2025-11-18T03:55:25.546">
    <pc:sldMkLst xmlns:pc="http://schemas.microsoft.com/office/powerpoint/2013/main/command">
      <pc:docMk/>
      <pc:sldMk cId="686513382" sldId="393"/>
    </pc:sldMkLst>
    <p188:txBody>
      <a:bodyPr/>
      <a:lstStyle/>
      <a:p>
        <a:r>
          <a:rPr lang="en-US"/>
          <a:t>Past some related work from previous presentation, but will just skip it when doing presentation</a:t>
        </a:r>
      </a:p>
    </p188:txBody>
  </p188:cm>
</p188:cmLst>
</file>

<file path=ppt/comments/modernComment_190_650CB575.xml><?xml version="1.0" encoding="utf-8"?>
<p188:cmLst xmlns:a="http://schemas.openxmlformats.org/drawingml/2006/main" xmlns:r="http://schemas.openxmlformats.org/officeDocument/2006/relationships" xmlns:p188="http://schemas.microsoft.com/office/powerpoint/2018/8/main">
  <p188:cm id="{C2A4EA20-BDE3-43BF-BED8-57052F97F227}" authorId="{CE34299B-887D-C83D-E942-B25B448A224B}" status="resolved" created="2025-11-18T04:02:54.035" complete="100000">
    <pc:sldMkLst xmlns:pc="http://schemas.microsoft.com/office/powerpoint/2013/main/command">
      <pc:docMk/>
      <pc:sldMk cId="1695331701" sldId="400"/>
    </pc:sldMkLst>
    <p188:txBody>
      <a:bodyPr/>
      <a:lstStyle/>
      <a:p>
        <a:r>
          <a:rPr lang="en-US"/>
          <a:t>Add other unlearning methods, such as fine-tuning and first-order based unlearning.</a:t>
        </a:r>
      </a:p>
    </p188:txBody>
  </p188:cm>
</p188:cmLst>
</file>

<file path=ppt/comments/modernComment_192_DD848DCE.xml><?xml version="1.0" encoding="utf-8"?>
<p188:cmLst xmlns:a="http://schemas.openxmlformats.org/drawingml/2006/main" xmlns:r="http://schemas.openxmlformats.org/officeDocument/2006/relationships" xmlns:p188="http://schemas.microsoft.com/office/powerpoint/2018/8/main">
  <p188:cm id="{7CD90796-E495-4EA9-8794-1A76232BCAD9}" authorId="{CE34299B-887D-C83D-E942-B25B448A224B}" created="2025-11-18T03:56:21.438">
    <pc:sldMkLst xmlns:pc="http://schemas.microsoft.com/office/powerpoint/2013/main/command">
      <pc:docMk/>
      <pc:sldMk cId="3716451790" sldId="402"/>
    </pc:sldMkLst>
    <p188:txBody>
      <a:bodyPr/>
      <a:lstStyle/>
      <a:p>
        <a:r>
          <a:rPr lang="en-US"/>
          <a:t>We just need to list the slides that we will use in the experiments. You can also give some example figures.</a:t>
        </a:r>
      </a:p>
    </p188:txBody>
  </p188:cm>
</p188:cmLst>
</file>

<file path=ppt/comments/modernComment_193_90708366.xml><?xml version="1.0" encoding="utf-8"?>
<p188:cmLst xmlns:a="http://schemas.openxmlformats.org/drawingml/2006/main" xmlns:r="http://schemas.openxmlformats.org/officeDocument/2006/relationships" xmlns:p188="http://schemas.microsoft.com/office/powerpoint/2018/8/main">
  <p188:cm id="{CB5031BF-1F01-4FE1-B590-5E8D81E3DC17}" authorId="{CE34299B-887D-C83D-E942-B25B448A224B}" created="2025-11-18T03:54:15.715">
    <ac:deMkLst xmlns:ac="http://schemas.microsoft.com/office/drawing/2013/main/command">
      <pc:docMk xmlns:pc="http://schemas.microsoft.com/office/powerpoint/2013/main/command"/>
      <pc:sldMk xmlns:pc="http://schemas.microsoft.com/office/powerpoint/2013/main/command" cId="2423292774" sldId="403"/>
      <ac:spMk id="19" creationId="{4D7F0501-FF1F-57DD-2BC0-750814AEEA9B}"/>
    </ac:deMkLst>
    <p188:txBody>
      <a:bodyPr/>
      <a:lstStyle/>
      <a:p>
        <a:r>
          <a:rPr lang="en-US"/>
          <a:t>Give some examples for each question. For example, in feature-level, we can remove the noisy background, etc.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48D8DB-5462-4CAB-8858-6658CBA420C2}" type="datetimeFigureOut">
              <a:t>12/3/2025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A332F6-28A6-495E-B678-32FE44FD321D}" type="slidenum">
              <a:t>‹#›</a:t>
            </a:fld>
            <a:endParaRPr lang="en-US"/>
          </a:p>
        </p:txBody>
      </p:sp>
    </p:spTree>
    <p:extLst>
      <p:ext uri="{BB962C8B-B14F-4D97-AF65-F5344CB8AC3E}">
        <p14:creationId xmlns:p14="http://schemas.microsoft.com/office/powerpoint/2010/main" val="27157078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doi.org/10.1109/SP40001.2021.00019"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goal is to have this presentation serve as your portfolio, which you can show to a professor or others. </a:t>
            </a:r>
          </a:p>
          <a:p>
            <a:r>
              <a:rPr lang="en-US"/>
              <a:t>The acknowledgment to the National Science Foundation as some mentors are partially supported by the National Science Foundation through the Dependable-Data-Driven Discovery (D4) project.</a:t>
            </a:r>
          </a:p>
          <a:p>
            <a:endParaRPr lang="en-US"/>
          </a:p>
          <a:p>
            <a:r>
              <a:rPr lang="en-US"/>
              <a:t>Instruction: </a:t>
            </a:r>
          </a:p>
          <a:p>
            <a:endParaRPr lang="en-US"/>
          </a:p>
          <a:p>
            <a:r>
              <a:rPr lang="en-US"/>
              <a:t>Replace &lt; … &gt; with your own information.</a:t>
            </a:r>
          </a:p>
          <a:p>
            <a:r>
              <a:rPr lang="en-US"/>
              <a:t>1. Name your own project title.</a:t>
            </a:r>
          </a:p>
          <a:p>
            <a:r>
              <a:rPr lang="en-US"/>
              <a:t>2. Put your full name and the major you are in, and year in the major, such as first, second, or third year.</a:t>
            </a:r>
          </a:p>
          <a:p>
            <a:endParaRPr lang="en-US"/>
          </a:p>
        </p:txBody>
      </p:sp>
      <p:sp>
        <p:nvSpPr>
          <p:cNvPr id="4" name="Slide Number Placeholder 3"/>
          <p:cNvSpPr>
            <a:spLocks noGrp="1"/>
          </p:cNvSpPr>
          <p:nvPr>
            <p:ph type="sldNum" sz="quarter" idx="5"/>
          </p:nvPr>
        </p:nvSpPr>
        <p:spPr/>
        <p:txBody>
          <a:bodyPr/>
          <a:lstStyle/>
          <a:p>
            <a:fld id="{99A332F6-28A6-495E-B678-32FE44FD321D}" type="slidenum">
              <a:rPr lang="en-US" smtClean="0"/>
              <a:t>1</a:t>
            </a:fld>
            <a:endParaRPr lang="en-US"/>
          </a:p>
        </p:txBody>
      </p:sp>
    </p:spTree>
    <p:extLst>
      <p:ext uri="{BB962C8B-B14F-4D97-AF65-F5344CB8AC3E}">
        <p14:creationId xmlns:p14="http://schemas.microsoft.com/office/powerpoint/2010/main" val="21350886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ts val="4700"/>
              </a:lnSpc>
            </a:pPr>
            <a:endParaRPr lang="en-US" sz="3600">
              <a:solidFill>
                <a:srgbClr val="003D4C"/>
              </a:solidFill>
              <a:latin typeface="Univers LT Std 2"/>
              <a:ea typeface="Univers LT Std 2"/>
              <a:cs typeface="Univers LT Std 2"/>
            </a:endParaRPr>
          </a:p>
          <a:p>
            <a:r>
              <a:rPr lang="en-US"/>
              <a:t>Instruction: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Replace &lt;BODY&gt; with your own information.</a:t>
            </a:r>
          </a:p>
          <a:p>
            <a:endParaRPr lang="en-US"/>
          </a:p>
          <a:p>
            <a:r>
              <a:rPr lang="en-US"/>
              <a:t>Put your research question here.</a:t>
            </a:r>
          </a:p>
          <a:p>
            <a:r>
              <a:rPr lang="en-US"/>
              <a:t>This should be about one or two lines. The research question should fit the criteria for a good research question.</a:t>
            </a:r>
          </a:p>
        </p:txBody>
      </p:sp>
      <p:sp>
        <p:nvSpPr>
          <p:cNvPr id="4" name="Slide Number Placeholder 3"/>
          <p:cNvSpPr>
            <a:spLocks noGrp="1"/>
          </p:cNvSpPr>
          <p:nvPr>
            <p:ph type="sldNum" sz="quarter" idx="5"/>
          </p:nvPr>
        </p:nvSpPr>
        <p:spPr/>
        <p:txBody>
          <a:bodyPr/>
          <a:lstStyle/>
          <a:p>
            <a:fld id="{99A332F6-28A6-495E-B678-32FE44FD321D}" type="slidenum">
              <a:rPr lang="en-US" smtClean="0"/>
              <a:t>2</a:t>
            </a:fld>
            <a:endParaRPr lang="en-US"/>
          </a:p>
        </p:txBody>
      </p:sp>
    </p:spTree>
    <p:extLst>
      <p:ext uri="{BB962C8B-B14F-4D97-AF65-F5344CB8AC3E}">
        <p14:creationId xmlns:p14="http://schemas.microsoft.com/office/powerpoint/2010/main" val="30620572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9DFE7-E392-97BF-7D39-67DC52809B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9305AC-19D5-2F6E-62F2-6586A49C66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C698DE-E6EC-7BCF-FFF6-772A491796AB}"/>
              </a:ext>
            </a:extLst>
          </p:cNvPr>
          <p:cNvSpPr>
            <a:spLocks noGrp="1"/>
          </p:cNvSpPr>
          <p:nvPr>
            <p:ph type="body" idx="1"/>
          </p:nvPr>
        </p:nvSpPr>
        <p:spPr/>
        <p:txBody>
          <a:bodyPr/>
          <a:lstStyle/>
          <a:p>
            <a:pPr algn="l">
              <a:lnSpc>
                <a:spcPts val="4700"/>
              </a:lnSpc>
            </a:pPr>
            <a:endParaRPr lang="en-US" sz="3600">
              <a:solidFill>
                <a:srgbClr val="003D4C"/>
              </a:solidFill>
              <a:latin typeface="Univers LT Std 2"/>
              <a:ea typeface="Univers LT Std 2"/>
              <a:cs typeface="Univers LT Std 2"/>
            </a:endParaRPr>
          </a:p>
          <a:p>
            <a:r>
              <a:rPr lang="en-US"/>
              <a:t>Instruction: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Replace &lt;BODY&gt; with your own information.</a:t>
            </a:r>
          </a:p>
          <a:p>
            <a:endParaRPr lang="en-US"/>
          </a:p>
          <a:p>
            <a:r>
              <a:rPr lang="en-US"/>
              <a:t>Put your research question here.</a:t>
            </a:r>
          </a:p>
          <a:p>
            <a:r>
              <a:rPr lang="en-US"/>
              <a:t>This should be about one or two lines. The research question should fit the criteria for a good research question.</a:t>
            </a:r>
          </a:p>
        </p:txBody>
      </p:sp>
      <p:sp>
        <p:nvSpPr>
          <p:cNvPr id="4" name="Slide Number Placeholder 3">
            <a:extLst>
              <a:ext uri="{FF2B5EF4-FFF2-40B4-BE49-F238E27FC236}">
                <a16:creationId xmlns:a16="http://schemas.microsoft.com/office/drawing/2014/main" id="{D73FE1B9-A665-D5AC-70A2-A87953ECCD76}"/>
              </a:ext>
            </a:extLst>
          </p:cNvPr>
          <p:cNvSpPr>
            <a:spLocks noGrp="1"/>
          </p:cNvSpPr>
          <p:nvPr>
            <p:ph type="sldNum" sz="quarter" idx="5"/>
          </p:nvPr>
        </p:nvSpPr>
        <p:spPr/>
        <p:txBody>
          <a:bodyPr/>
          <a:lstStyle/>
          <a:p>
            <a:fld id="{99A332F6-28A6-495E-B678-32FE44FD321D}" type="slidenum">
              <a:rPr lang="en-US" smtClean="0"/>
              <a:t>3</a:t>
            </a:fld>
            <a:endParaRPr lang="en-US"/>
          </a:p>
        </p:txBody>
      </p:sp>
    </p:spTree>
    <p:extLst>
      <p:ext uri="{BB962C8B-B14F-4D97-AF65-F5344CB8AC3E}">
        <p14:creationId xmlns:p14="http://schemas.microsoft.com/office/powerpoint/2010/main" val="33092185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594AF-0CB0-E1D1-D53D-670FD28A73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FD3179-8E0C-9D00-F74B-9942A369F2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DD0D2D-C011-7B31-37D2-509FA429F22F}"/>
              </a:ext>
            </a:extLst>
          </p:cNvPr>
          <p:cNvSpPr>
            <a:spLocks noGrp="1"/>
          </p:cNvSpPr>
          <p:nvPr>
            <p:ph type="body" idx="1"/>
          </p:nvPr>
        </p:nvSpPr>
        <p:spPr/>
        <p:txBody>
          <a:bodyPr/>
          <a:lstStyle/>
          <a:p>
            <a:pPr algn="l">
              <a:lnSpc>
                <a:spcPts val="4700"/>
              </a:lnSpc>
            </a:pPr>
            <a:endParaRPr lang="en-US" sz="3600">
              <a:solidFill>
                <a:srgbClr val="003D4C"/>
              </a:solidFill>
              <a:latin typeface="Univers LT Std 2"/>
              <a:ea typeface="Univers LT Std 2"/>
              <a:cs typeface="Univers LT Std 2"/>
            </a:endParaRPr>
          </a:p>
          <a:p>
            <a:r>
              <a:rPr lang="en-US"/>
              <a:t>Instruction: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Replace &lt;BODY&gt; with your own information.</a:t>
            </a:r>
          </a:p>
          <a:p>
            <a:endParaRPr lang="en-US"/>
          </a:p>
          <a:p>
            <a:r>
              <a:rPr lang="en-US"/>
              <a:t>Put your research question here.</a:t>
            </a:r>
          </a:p>
          <a:p>
            <a:r>
              <a:rPr lang="en-US"/>
              <a:t>This should be about one or two lines. The research question should fit the criteria for a good research question.</a:t>
            </a:r>
          </a:p>
        </p:txBody>
      </p:sp>
      <p:sp>
        <p:nvSpPr>
          <p:cNvPr id="4" name="Slide Number Placeholder 3">
            <a:extLst>
              <a:ext uri="{FF2B5EF4-FFF2-40B4-BE49-F238E27FC236}">
                <a16:creationId xmlns:a16="http://schemas.microsoft.com/office/drawing/2014/main" id="{6114F16E-CFAD-8A36-8708-69DF20380570}"/>
              </a:ext>
            </a:extLst>
          </p:cNvPr>
          <p:cNvSpPr>
            <a:spLocks noGrp="1"/>
          </p:cNvSpPr>
          <p:nvPr>
            <p:ph type="sldNum" sz="quarter" idx="5"/>
          </p:nvPr>
        </p:nvSpPr>
        <p:spPr/>
        <p:txBody>
          <a:bodyPr/>
          <a:lstStyle/>
          <a:p>
            <a:fld id="{99A332F6-28A6-495E-B678-32FE44FD321D}" type="slidenum">
              <a:rPr lang="en-US" smtClean="0"/>
              <a:t>4</a:t>
            </a:fld>
            <a:endParaRPr lang="en-US"/>
          </a:p>
        </p:txBody>
      </p:sp>
    </p:spTree>
    <p:extLst>
      <p:ext uri="{BB962C8B-B14F-4D97-AF65-F5344CB8AC3E}">
        <p14:creationId xmlns:p14="http://schemas.microsoft.com/office/powerpoint/2010/main" val="7640196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E2649-28C7-A809-264E-7F00523A56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FB61CB-D425-B08A-128F-5C6FE7E65D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056B81-C737-3512-7585-E8C5D00CC8B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a:t>Replace &lt;BODY …. &gt; with your own information.</a:t>
            </a:r>
          </a:p>
          <a:p>
            <a:endParaRPr lang="en-US" sz="3600"/>
          </a:p>
          <a:p>
            <a:r>
              <a:rPr lang="en-US" sz="3600"/>
              <a:t>1. Put your first related work. You can use more pages. However, ensure that each page is not too cluttered with lengthy text.</a:t>
            </a:r>
          </a:p>
          <a:p>
            <a:r>
              <a:rPr lang="en-US" sz="3600"/>
              <a:t>    You can use a bullet point. You do not need to put an entire sentence.</a:t>
            </a:r>
          </a:p>
          <a:p>
            <a:r>
              <a:rPr lang="en-US" sz="3600"/>
              <a:t>    Keep the presentation visually appealing.</a:t>
            </a:r>
          </a:p>
          <a:p>
            <a:r>
              <a:rPr lang="en-US" sz="3600"/>
              <a:t>2. Cite the reference using the first author’s last name and year, such as [Tavanapong et al., 2024] , in the slide where it is most appropriate. For instance, after the first bullet point.</a:t>
            </a:r>
          </a:p>
          <a:p>
            <a:r>
              <a:rPr lang="en-US" sz="3600"/>
              <a:t>    Some people cite it using a footnote to show the entire publication information. Some people place an image of the publication information in the top right corner.</a:t>
            </a:r>
          </a:p>
          <a:p>
            <a:endParaRPr lang="en-US"/>
          </a:p>
        </p:txBody>
      </p:sp>
      <p:sp>
        <p:nvSpPr>
          <p:cNvPr id="4" name="Slide Number Placeholder 3">
            <a:extLst>
              <a:ext uri="{FF2B5EF4-FFF2-40B4-BE49-F238E27FC236}">
                <a16:creationId xmlns:a16="http://schemas.microsoft.com/office/drawing/2014/main" id="{8A9BB76C-FDF8-9CCB-3DE4-1D08A1BC3CB1}"/>
              </a:ext>
            </a:extLst>
          </p:cNvPr>
          <p:cNvSpPr>
            <a:spLocks noGrp="1"/>
          </p:cNvSpPr>
          <p:nvPr>
            <p:ph type="sldNum" sz="quarter" idx="5"/>
          </p:nvPr>
        </p:nvSpPr>
        <p:spPr/>
        <p:txBody>
          <a:bodyPr/>
          <a:lstStyle/>
          <a:p>
            <a:fld id="{99A332F6-28A6-495E-B678-32FE44FD321D}" type="slidenum">
              <a:rPr lang="en-US" smtClean="0"/>
              <a:t>5</a:t>
            </a:fld>
            <a:endParaRPr lang="en-US"/>
          </a:p>
        </p:txBody>
      </p:sp>
    </p:spTree>
    <p:extLst>
      <p:ext uri="{BB962C8B-B14F-4D97-AF65-F5344CB8AC3E}">
        <p14:creationId xmlns:p14="http://schemas.microsoft.com/office/powerpoint/2010/main" val="5226593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25935-DA40-C3C2-530F-F16D9B38AB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27513D-EE06-6381-064E-24CABD1788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10F62A-44B4-37C9-4329-B30AF20E76F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a:t>Replace &lt;BODY …. &gt; with your own information.</a:t>
            </a:r>
          </a:p>
          <a:p>
            <a:endParaRPr lang="en-US" sz="3600"/>
          </a:p>
          <a:p>
            <a:r>
              <a:rPr lang="en-US" sz="3600"/>
              <a:t>1. Put your first related work. You can use more pages. However, ensure that each page is not too cluttered with lengthy text.</a:t>
            </a:r>
          </a:p>
          <a:p>
            <a:r>
              <a:rPr lang="en-US" sz="3600"/>
              <a:t>    You can use a bullet point. You do not need to put an entire sentence.</a:t>
            </a:r>
          </a:p>
          <a:p>
            <a:r>
              <a:rPr lang="en-US" sz="3600"/>
              <a:t>    Keep the presentation visually appealing.</a:t>
            </a:r>
          </a:p>
          <a:p>
            <a:r>
              <a:rPr lang="en-US" sz="3600"/>
              <a:t>2. Cite the reference using the first author’s last name and year, such as [Tavanapong et al., 2024] , in the slide where it is most appropriate. For instance, after the first bullet point.</a:t>
            </a:r>
          </a:p>
          <a:p>
            <a:r>
              <a:rPr lang="en-US" sz="3600"/>
              <a:t>    Some people cite it using a footnote to show the entire publication information. Some people place an image of the publication information in the top right corner.</a:t>
            </a:r>
          </a:p>
          <a:p>
            <a:r>
              <a:rPr lang="en-US"/>
              <a:t>.</a:t>
            </a:r>
          </a:p>
          <a:p>
            <a:endParaRPr lang="en-US"/>
          </a:p>
        </p:txBody>
      </p:sp>
      <p:sp>
        <p:nvSpPr>
          <p:cNvPr id="4" name="Slide Number Placeholder 3">
            <a:extLst>
              <a:ext uri="{FF2B5EF4-FFF2-40B4-BE49-F238E27FC236}">
                <a16:creationId xmlns:a16="http://schemas.microsoft.com/office/drawing/2014/main" id="{BE4004E1-56A0-ABB9-5664-BB1CC38CB342}"/>
              </a:ext>
            </a:extLst>
          </p:cNvPr>
          <p:cNvSpPr>
            <a:spLocks noGrp="1"/>
          </p:cNvSpPr>
          <p:nvPr>
            <p:ph type="sldNum" sz="quarter" idx="5"/>
          </p:nvPr>
        </p:nvSpPr>
        <p:spPr/>
        <p:txBody>
          <a:bodyPr/>
          <a:lstStyle/>
          <a:p>
            <a:fld id="{99A332F6-28A6-495E-B678-32FE44FD321D}" type="slidenum">
              <a:rPr lang="en-US" smtClean="0"/>
              <a:t>6</a:t>
            </a:fld>
            <a:endParaRPr lang="en-US"/>
          </a:p>
        </p:txBody>
      </p:sp>
    </p:spTree>
    <p:extLst>
      <p:ext uri="{BB962C8B-B14F-4D97-AF65-F5344CB8AC3E}">
        <p14:creationId xmlns:p14="http://schemas.microsoft.com/office/powerpoint/2010/main" val="39804918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A5F11-3F4C-D260-4CCA-06C5AC153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816F51-6D40-628F-A386-D10ACE14CA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FCD790-D423-1CFA-1FBB-6FBF956D5BE3}"/>
              </a:ext>
            </a:extLst>
          </p:cNvPr>
          <p:cNvSpPr>
            <a:spLocks noGrp="1"/>
          </p:cNvSpPr>
          <p:nvPr>
            <p:ph type="body" idx="1"/>
          </p:nvPr>
        </p:nvSpPr>
        <p:spPr/>
        <p:txBody>
          <a:bodyPr/>
          <a:lstStyle/>
          <a:p>
            <a:pPr>
              <a:buFont typeface="Arial" panose="020B0604020202020204" pitchFamily="34" charset="0"/>
              <a:buChar char="•"/>
            </a:pPr>
            <a:r>
              <a:rPr lang="en-US"/>
              <a:t>Instruction:</a:t>
            </a:r>
          </a:p>
          <a:p>
            <a:pPr>
              <a:buFont typeface="Arial" panose="020B0604020202020204" pitchFamily="34" charset="0"/>
              <a:buChar char="•"/>
            </a:pPr>
            <a:endParaRPr lang="en-US"/>
          </a:p>
          <a:p>
            <a:pPr>
              <a:buFont typeface="Arial" panose="020B0604020202020204" pitchFamily="34" charset="0"/>
              <a:buChar char="•"/>
            </a:pPr>
            <a:r>
              <a:rPr lang="en-US"/>
              <a:t>Descriptive statistics of your datasets, e.g., #of images/text documents, #questions per image/document,  </a:t>
            </a:r>
          </a:p>
          <a:p>
            <a:pPr>
              <a:buFont typeface="Arial" panose="020B0604020202020204" pitchFamily="34" charset="0"/>
              <a:buChar char="•"/>
            </a:pPr>
            <a:r>
              <a:rPr lang="en-US"/>
              <a:t>Show some examples of data such as questions and answers</a:t>
            </a:r>
          </a:p>
          <a:p>
            <a:pPr>
              <a:buFont typeface="Arial" panose="020B0604020202020204" pitchFamily="34" charset="0"/>
              <a:buChar char="•"/>
            </a:pPr>
            <a:endParaRPr lang="en-US"/>
          </a:p>
          <a:p>
            <a:pPr>
              <a:buFont typeface="Arial" panose="020B0604020202020204" pitchFamily="34" charset="0"/>
              <a:buChar char="•"/>
            </a:pPr>
            <a:endParaRPr lang="en-US"/>
          </a:p>
          <a:p>
            <a:endParaRPr lang="en-US"/>
          </a:p>
        </p:txBody>
      </p:sp>
      <p:sp>
        <p:nvSpPr>
          <p:cNvPr id="4" name="Slide Number Placeholder 3">
            <a:extLst>
              <a:ext uri="{FF2B5EF4-FFF2-40B4-BE49-F238E27FC236}">
                <a16:creationId xmlns:a16="http://schemas.microsoft.com/office/drawing/2014/main" id="{B4FDC517-4DFA-58B1-D880-C680D69E3F2D}"/>
              </a:ext>
            </a:extLst>
          </p:cNvPr>
          <p:cNvSpPr>
            <a:spLocks noGrp="1"/>
          </p:cNvSpPr>
          <p:nvPr>
            <p:ph type="sldNum" sz="quarter" idx="5"/>
          </p:nvPr>
        </p:nvSpPr>
        <p:spPr/>
        <p:txBody>
          <a:bodyPr/>
          <a:lstStyle/>
          <a:p>
            <a:fld id="{99A332F6-28A6-495E-B678-32FE44FD321D}" type="slidenum">
              <a:rPr lang="en-US" smtClean="0"/>
              <a:t>7</a:t>
            </a:fld>
            <a:endParaRPr lang="en-US"/>
          </a:p>
        </p:txBody>
      </p:sp>
    </p:spTree>
    <p:extLst>
      <p:ext uri="{BB962C8B-B14F-4D97-AF65-F5344CB8AC3E}">
        <p14:creationId xmlns:p14="http://schemas.microsoft.com/office/powerpoint/2010/main" val="33855524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576CA-64FD-47CB-ECAC-E43D43B3EF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3A31D1-18D9-A03A-3539-322FD7C5EA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280B15-066B-B824-6ED0-C2BF73F3D259}"/>
              </a:ext>
            </a:extLst>
          </p:cNvPr>
          <p:cNvSpPr>
            <a:spLocks noGrp="1"/>
          </p:cNvSpPr>
          <p:nvPr>
            <p:ph type="body" idx="1"/>
          </p:nvPr>
        </p:nvSpPr>
        <p:spPr/>
        <p:txBody>
          <a:bodyPr/>
          <a:lstStyle/>
          <a:p>
            <a:pPr>
              <a:buFont typeface="Arial" panose="020B0604020202020204" pitchFamily="34" charset="0"/>
              <a:buChar char="•"/>
            </a:pPr>
            <a:r>
              <a:rPr lang="en-US"/>
              <a:t>Instruction:</a:t>
            </a:r>
          </a:p>
          <a:p>
            <a:pPr>
              <a:buFont typeface="Arial" panose="020B0604020202020204" pitchFamily="34" charset="0"/>
              <a:buChar char="•"/>
            </a:pPr>
            <a:endParaRPr lang="en-US"/>
          </a:p>
          <a:p>
            <a:pPr>
              <a:buFont typeface="Arial" panose="020B0604020202020204" pitchFamily="34" charset="0"/>
              <a:buChar char="•"/>
            </a:pPr>
            <a:r>
              <a:rPr lang="en-US"/>
              <a:t>Descriptive statistics of your datasets, e.g., #of images/text documents, #questions per image/document,  </a:t>
            </a:r>
          </a:p>
          <a:p>
            <a:pPr>
              <a:buFont typeface="Arial" panose="020B0604020202020204" pitchFamily="34" charset="0"/>
              <a:buChar char="•"/>
            </a:pPr>
            <a:r>
              <a:rPr lang="en-US"/>
              <a:t>Show some examples of data such as questions and answers</a:t>
            </a:r>
          </a:p>
          <a:p>
            <a:pPr>
              <a:buFont typeface="Arial" panose="020B0604020202020204" pitchFamily="34" charset="0"/>
              <a:buChar char="•"/>
            </a:pPr>
            <a:endParaRPr lang="en-US"/>
          </a:p>
          <a:p>
            <a:pPr>
              <a:buFont typeface="Arial" panose="020B0604020202020204" pitchFamily="34" charset="0"/>
              <a:buChar char="•"/>
            </a:pPr>
            <a:endParaRPr lang="en-US"/>
          </a:p>
          <a:p>
            <a:endParaRPr lang="en-US"/>
          </a:p>
        </p:txBody>
      </p:sp>
      <p:sp>
        <p:nvSpPr>
          <p:cNvPr id="4" name="Slide Number Placeholder 3">
            <a:extLst>
              <a:ext uri="{FF2B5EF4-FFF2-40B4-BE49-F238E27FC236}">
                <a16:creationId xmlns:a16="http://schemas.microsoft.com/office/drawing/2014/main" id="{95A3F66E-0F1C-EB5E-850C-FA1916199BCC}"/>
              </a:ext>
            </a:extLst>
          </p:cNvPr>
          <p:cNvSpPr>
            <a:spLocks noGrp="1"/>
          </p:cNvSpPr>
          <p:nvPr>
            <p:ph type="sldNum" sz="quarter" idx="5"/>
          </p:nvPr>
        </p:nvSpPr>
        <p:spPr/>
        <p:txBody>
          <a:bodyPr/>
          <a:lstStyle/>
          <a:p>
            <a:fld id="{99A332F6-28A6-495E-B678-32FE44FD321D}" type="slidenum">
              <a:rPr lang="en-US" smtClean="0"/>
              <a:t>8</a:t>
            </a:fld>
            <a:endParaRPr lang="en-US"/>
          </a:p>
        </p:txBody>
      </p:sp>
    </p:spTree>
    <p:extLst>
      <p:ext uri="{BB962C8B-B14F-4D97-AF65-F5344CB8AC3E}">
        <p14:creationId xmlns:p14="http://schemas.microsoft.com/office/powerpoint/2010/main" val="5864976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1F359-ED25-CEDF-96E3-D423EBC5F2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27BD88-90D8-C927-9F10-22E1113528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9B8D73-5451-0795-322E-F8A4241F8EBA}"/>
              </a:ext>
            </a:extLst>
          </p:cNvPr>
          <p:cNvSpPr>
            <a:spLocks noGrp="1"/>
          </p:cNvSpPr>
          <p:nvPr>
            <p:ph type="body" idx="1"/>
          </p:nvPr>
        </p:nvSpPr>
        <p:spPr/>
        <p:txBody>
          <a:bodyPr/>
          <a:lstStyle/>
          <a:p>
            <a:pPr>
              <a:buFont typeface="Arial" panose="020B0604020202020204" pitchFamily="34" charset="0"/>
              <a:buChar char="•"/>
            </a:pPr>
            <a:r>
              <a:rPr lang="en-US"/>
              <a:t>Instruction:</a:t>
            </a:r>
          </a:p>
          <a:p>
            <a:pPr>
              <a:buFont typeface="Arial" panose="020B0604020202020204" pitchFamily="34" charset="0"/>
              <a:buChar char="•"/>
            </a:pPr>
            <a:endParaRPr lang="en-US"/>
          </a:p>
          <a:p>
            <a:pPr>
              <a:buFont typeface="Arial" panose="020B0604020202020204" pitchFamily="34" charset="0"/>
              <a:buChar char="•"/>
            </a:pPr>
            <a:r>
              <a:rPr lang="en-US"/>
              <a:t>Descriptive statistics of your datasets, e.g., #of images/text documents, #questions per image/document,  </a:t>
            </a:r>
          </a:p>
          <a:p>
            <a:pPr>
              <a:buFont typeface="Arial" panose="020B0604020202020204" pitchFamily="34" charset="0"/>
              <a:buChar char="•"/>
            </a:pPr>
            <a:r>
              <a:rPr lang="en-US"/>
              <a:t>Show some examples of data such as questions and answers</a:t>
            </a:r>
          </a:p>
          <a:p>
            <a:pPr>
              <a:buFont typeface="Arial" panose="020B0604020202020204" pitchFamily="34" charset="0"/>
              <a:buChar char="•"/>
            </a:pPr>
            <a:endParaRPr lang="en-US"/>
          </a:p>
          <a:p>
            <a:pPr>
              <a:buFont typeface="Arial" panose="020B0604020202020204" pitchFamily="34" charset="0"/>
              <a:buChar char="•"/>
            </a:pPr>
            <a:endParaRPr lang="en-US"/>
          </a:p>
          <a:p>
            <a:endParaRPr lang="en-US"/>
          </a:p>
        </p:txBody>
      </p:sp>
      <p:sp>
        <p:nvSpPr>
          <p:cNvPr id="4" name="Slide Number Placeholder 3">
            <a:extLst>
              <a:ext uri="{FF2B5EF4-FFF2-40B4-BE49-F238E27FC236}">
                <a16:creationId xmlns:a16="http://schemas.microsoft.com/office/drawing/2014/main" id="{80F154CB-3019-C609-3E5E-475DAC0389B0}"/>
              </a:ext>
            </a:extLst>
          </p:cNvPr>
          <p:cNvSpPr>
            <a:spLocks noGrp="1"/>
          </p:cNvSpPr>
          <p:nvPr>
            <p:ph type="sldNum" sz="quarter" idx="5"/>
          </p:nvPr>
        </p:nvSpPr>
        <p:spPr/>
        <p:txBody>
          <a:bodyPr/>
          <a:lstStyle/>
          <a:p>
            <a:fld id="{99A332F6-28A6-495E-B678-32FE44FD321D}" type="slidenum">
              <a:rPr lang="en-US" smtClean="0"/>
              <a:t>9</a:t>
            </a:fld>
            <a:endParaRPr lang="en-US"/>
          </a:p>
        </p:txBody>
      </p:sp>
    </p:spTree>
    <p:extLst>
      <p:ext uri="{BB962C8B-B14F-4D97-AF65-F5344CB8AC3E}">
        <p14:creationId xmlns:p14="http://schemas.microsoft.com/office/powerpoint/2010/main" val="1951233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FCE1F-BB8D-62B8-46E9-B59171A266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E0F8E3-4F7B-FA14-FAB2-C1B196CDEB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F370CD-855C-D41C-5263-042576DAE1B0}"/>
              </a:ext>
            </a:extLst>
          </p:cNvPr>
          <p:cNvSpPr>
            <a:spLocks noGrp="1"/>
          </p:cNvSpPr>
          <p:nvPr>
            <p:ph type="body" idx="1"/>
          </p:nvPr>
        </p:nvSpPr>
        <p:spPr/>
        <p:txBody>
          <a:bodyPr/>
          <a:lstStyle/>
          <a:p>
            <a:r>
              <a:rPr lang="en-US"/>
              <a:t>Instruction:</a:t>
            </a:r>
          </a:p>
          <a:p>
            <a:endParaRPr lang="en-US"/>
          </a:p>
          <a:p>
            <a:r>
              <a:rPr lang="en-US"/>
              <a:t>Describe evaluation metrics used: such as accuracy, etc.</a:t>
            </a:r>
          </a:p>
          <a:p>
            <a:endParaRPr lang="en-US"/>
          </a:p>
          <a:p>
            <a:r>
              <a:rPr lang="en-US"/>
              <a:t>The machine learning models or LLMs used</a:t>
            </a:r>
          </a:p>
          <a:p>
            <a:endParaRPr lang="en-US"/>
          </a:p>
          <a:p>
            <a:r>
              <a:rPr lang="en-US"/>
              <a:t>Statistical tests if any, to validate the statistical significance of the findings</a:t>
            </a:r>
          </a:p>
          <a:p>
            <a:pPr>
              <a:buFont typeface="Arial" panose="020B0604020202020204" pitchFamily="34" charset="0"/>
              <a:buChar char="•"/>
            </a:pPr>
            <a:endParaRPr lang="en-US"/>
          </a:p>
          <a:p>
            <a:pPr>
              <a:buFont typeface="Arial" panose="020B0604020202020204" pitchFamily="34" charset="0"/>
              <a:buChar char="•"/>
            </a:pPr>
            <a:endParaRPr lang="en-US"/>
          </a:p>
          <a:p>
            <a:endParaRPr lang="en-US"/>
          </a:p>
        </p:txBody>
      </p:sp>
      <p:sp>
        <p:nvSpPr>
          <p:cNvPr id="4" name="Slide Number Placeholder 3">
            <a:extLst>
              <a:ext uri="{FF2B5EF4-FFF2-40B4-BE49-F238E27FC236}">
                <a16:creationId xmlns:a16="http://schemas.microsoft.com/office/drawing/2014/main" id="{689E625A-06AB-9A42-420D-6E6A334CFDC7}"/>
              </a:ext>
            </a:extLst>
          </p:cNvPr>
          <p:cNvSpPr>
            <a:spLocks noGrp="1"/>
          </p:cNvSpPr>
          <p:nvPr>
            <p:ph type="sldNum" sz="quarter" idx="5"/>
          </p:nvPr>
        </p:nvSpPr>
        <p:spPr/>
        <p:txBody>
          <a:bodyPr/>
          <a:lstStyle/>
          <a:p>
            <a:fld id="{99A332F6-28A6-495E-B678-32FE44FD321D}" type="slidenum">
              <a:rPr lang="en-US" smtClean="0"/>
              <a:t>10</a:t>
            </a:fld>
            <a:endParaRPr lang="en-US"/>
          </a:p>
        </p:txBody>
      </p:sp>
    </p:spTree>
    <p:extLst>
      <p:ext uri="{BB962C8B-B14F-4D97-AF65-F5344CB8AC3E}">
        <p14:creationId xmlns:p14="http://schemas.microsoft.com/office/powerpoint/2010/main" val="18466909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5C69E-0CDB-E45F-FA93-2382F71824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AE13C-E194-C59C-D6A6-1F09C8335C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D72411-DD24-AD45-9E41-21E74FF1A142}"/>
              </a:ext>
            </a:extLst>
          </p:cNvPr>
          <p:cNvSpPr>
            <a:spLocks noGrp="1"/>
          </p:cNvSpPr>
          <p:nvPr>
            <p:ph type="body" idx="1"/>
          </p:nvPr>
        </p:nvSpPr>
        <p:spPr/>
        <p:txBody>
          <a:bodyPr/>
          <a:lstStyle/>
          <a:p>
            <a:pPr algn="l">
              <a:lnSpc>
                <a:spcPts val="4700"/>
              </a:lnSpc>
            </a:pPr>
            <a:endParaRPr lang="en-US" sz="3600">
              <a:solidFill>
                <a:srgbClr val="003D4C"/>
              </a:solidFill>
              <a:latin typeface="Univers LT Std 2"/>
              <a:ea typeface="Univers LT Std 2"/>
              <a:cs typeface="Univers LT Std 2"/>
            </a:endParaRPr>
          </a:p>
          <a:p>
            <a:r>
              <a:rPr lang="en-US"/>
              <a:t>Instruction: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Replace &lt;BODY …. &gt; with your own information.</a:t>
            </a:r>
          </a:p>
          <a:p>
            <a:endParaRPr lang="en-US"/>
          </a:p>
          <a:p>
            <a:pPr marL="228600" indent="-228600">
              <a:buAutoNum type="arabicPeriod"/>
            </a:pPr>
            <a:r>
              <a:rPr lang="en-US"/>
              <a:t>Show plots (e.g., line, bar charts) comparing the performance of different models</a:t>
            </a:r>
          </a:p>
          <a:p>
            <a:pPr marL="228600" indent="-228600">
              <a:buAutoNum type="arabicPeriod"/>
            </a:pPr>
            <a:r>
              <a:rPr lang="en-US"/>
              <a:t>The plots must have an X-axis title, a Y-axis title, and legends that are clearly visible. Text is clearly visible.</a:t>
            </a:r>
          </a:p>
          <a:p>
            <a:pPr marL="228600" indent="-228600">
              <a:buAutoNum type="arabicPeriod"/>
            </a:pPr>
            <a:r>
              <a:rPr lang="en-US"/>
              <a:t>The plots must contain information to answer the research questions.</a:t>
            </a:r>
          </a:p>
          <a:p>
            <a:r>
              <a:rPr lang="en-US"/>
              <a:t>4. You can have multiple pages of experimental results</a:t>
            </a:r>
          </a:p>
        </p:txBody>
      </p:sp>
      <p:sp>
        <p:nvSpPr>
          <p:cNvPr id="4" name="Slide Number Placeholder 3">
            <a:extLst>
              <a:ext uri="{FF2B5EF4-FFF2-40B4-BE49-F238E27FC236}">
                <a16:creationId xmlns:a16="http://schemas.microsoft.com/office/drawing/2014/main" id="{3C5C0AC4-81BD-6606-475F-4C9DCBC33A29}"/>
              </a:ext>
            </a:extLst>
          </p:cNvPr>
          <p:cNvSpPr>
            <a:spLocks noGrp="1"/>
          </p:cNvSpPr>
          <p:nvPr>
            <p:ph type="sldNum" sz="quarter" idx="5"/>
          </p:nvPr>
        </p:nvSpPr>
        <p:spPr/>
        <p:txBody>
          <a:bodyPr/>
          <a:lstStyle/>
          <a:p>
            <a:fld id="{99A332F6-28A6-495E-B678-32FE44FD321D}" type="slidenum">
              <a:rPr lang="en-US" smtClean="0"/>
              <a:t>11</a:t>
            </a:fld>
            <a:endParaRPr lang="en-US"/>
          </a:p>
        </p:txBody>
      </p:sp>
    </p:spTree>
    <p:extLst>
      <p:ext uri="{BB962C8B-B14F-4D97-AF65-F5344CB8AC3E}">
        <p14:creationId xmlns:p14="http://schemas.microsoft.com/office/powerpoint/2010/main" val="41869207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5ED29-DE1B-B608-EA9E-F867CD09DF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F4FEDF-82BC-8E76-AAFD-017726BAC0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08C578-371B-4C79-A940-F5D3CF8ED7D1}"/>
              </a:ext>
            </a:extLst>
          </p:cNvPr>
          <p:cNvSpPr>
            <a:spLocks noGrp="1"/>
          </p:cNvSpPr>
          <p:nvPr>
            <p:ph type="body" idx="1"/>
          </p:nvPr>
        </p:nvSpPr>
        <p:spPr/>
        <p:txBody>
          <a:bodyPr/>
          <a:lstStyle/>
          <a:p>
            <a:pPr algn="l">
              <a:lnSpc>
                <a:spcPts val="4700"/>
              </a:lnSpc>
            </a:pPr>
            <a:endParaRPr lang="en-US" sz="3600">
              <a:solidFill>
                <a:srgbClr val="003D4C"/>
              </a:solidFill>
              <a:latin typeface="Univers LT Std 2"/>
              <a:ea typeface="Univers LT Std 2"/>
              <a:cs typeface="Univers LT Std 2"/>
            </a:endParaRPr>
          </a:p>
          <a:p>
            <a:r>
              <a:rPr lang="en-US"/>
              <a:t>Instruction: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Replace &lt;BODY …. &gt; with your own information.</a:t>
            </a:r>
          </a:p>
          <a:p>
            <a:endParaRPr lang="en-US"/>
          </a:p>
          <a:p>
            <a:pPr marL="228600" indent="-228600">
              <a:buAutoNum type="arabicPeriod"/>
            </a:pPr>
            <a:r>
              <a:rPr lang="en-US"/>
              <a:t>Show plots (e.g., line, bar charts) comparing the performance of different models</a:t>
            </a:r>
          </a:p>
          <a:p>
            <a:pPr marL="228600" indent="-228600">
              <a:buAutoNum type="arabicPeriod"/>
            </a:pPr>
            <a:r>
              <a:rPr lang="en-US"/>
              <a:t>The plots must have an X-axis title, a Y-axis title, and legends that are clearly visible. Text is clearly visible.</a:t>
            </a:r>
          </a:p>
          <a:p>
            <a:pPr marL="228600" indent="-228600">
              <a:buAutoNum type="arabicPeriod"/>
            </a:pPr>
            <a:r>
              <a:rPr lang="en-US"/>
              <a:t>The plots must contain information to answer the research questions.</a:t>
            </a:r>
          </a:p>
          <a:p>
            <a:endParaRPr lang="en-US"/>
          </a:p>
        </p:txBody>
      </p:sp>
      <p:sp>
        <p:nvSpPr>
          <p:cNvPr id="4" name="Slide Number Placeholder 3">
            <a:extLst>
              <a:ext uri="{FF2B5EF4-FFF2-40B4-BE49-F238E27FC236}">
                <a16:creationId xmlns:a16="http://schemas.microsoft.com/office/drawing/2014/main" id="{811F6ADB-2B94-263E-73C5-0E5A521322E6}"/>
              </a:ext>
            </a:extLst>
          </p:cNvPr>
          <p:cNvSpPr>
            <a:spLocks noGrp="1"/>
          </p:cNvSpPr>
          <p:nvPr>
            <p:ph type="sldNum" sz="quarter" idx="5"/>
          </p:nvPr>
        </p:nvSpPr>
        <p:spPr/>
        <p:txBody>
          <a:bodyPr/>
          <a:lstStyle/>
          <a:p>
            <a:fld id="{99A332F6-28A6-495E-B678-32FE44FD321D}" type="slidenum">
              <a:rPr lang="en-US" smtClean="0"/>
              <a:t>12</a:t>
            </a:fld>
            <a:endParaRPr lang="en-US"/>
          </a:p>
        </p:txBody>
      </p:sp>
    </p:spTree>
    <p:extLst>
      <p:ext uri="{BB962C8B-B14F-4D97-AF65-F5344CB8AC3E}">
        <p14:creationId xmlns:p14="http://schemas.microsoft.com/office/powerpoint/2010/main" val="15984154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A3195-4B21-FBF7-700F-8BB676F83B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C0FC82-1E2E-5394-3A93-C4A6B6B34C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FD751B-2308-3970-F6F7-AF619E35DC8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Replace &lt;BODY …. &gt; with your own information.</a:t>
            </a:r>
          </a:p>
          <a:p>
            <a:endParaRPr lang="en-US"/>
          </a:p>
          <a:p>
            <a:r>
              <a:rPr lang="en-US"/>
              <a:t>Instruction:</a:t>
            </a:r>
          </a:p>
          <a:p>
            <a:endParaRPr lang="en-US"/>
          </a:p>
          <a:p>
            <a:r>
              <a:rPr lang="en-US"/>
              <a:t>This page includes at least three related works, two of which are from what you presented.</a:t>
            </a:r>
          </a:p>
          <a:p>
            <a:r>
              <a:rPr lang="en-US"/>
              <a:t>The format of the reference can follow the IEEE format. Examples are below. </a:t>
            </a:r>
          </a:p>
          <a:p>
            <a:endParaRPr lang="en-US"/>
          </a:p>
          <a:p>
            <a:r>
              <a:rPr lang="en-US"/>
              <a:t>For each author, the initial of the first name is used, followed by the last name of the author. Notice that the book has a volume and a publisher in addition to the page number and year of publication.</a:t>
            </a:r>
          </a:p>
          <a:p>
            <a:r>
              <a:rPr lang="en-US"/>
              <a:t>See [8] for an example of a reference for a conference. Make sure your reference is a peer-reviewed publication. You can use Zotero to generate the IEEE reference by selecting a paper. Right click. Choose “Create Bibliography from Item”. Choose IEEE for the Citation Style and for the output choose “Copy to Clipboard”. Then paste it on this PowerPoint slide.</a:t>
            </a:r>
          </a:p>
          <a:p>
            <a:endParaRPr lang="en-US"/>
          </a:p>
          <a:p>
            <a:pPr lvl="0"/>
            <a:r>
              <a:rPr lang="en-US" sz="1200" kern="1200">
                <a:solidFill>
                  <a:schemeClr val="tx1"/>
                </a:solidFill>
                <a:effectLst/>
                <a:latin typeface="+mn-lt"/>
                <a:ea typeface="+mn-ea"/>
                <a:cs typeface="+mn-cs"/>
              </a:rPr>
              <a:t>[1] G. Eason, B. Noble, and I. N. Sneddon, “On certain integrals of Lipschitz-Hankel type involving products of Bessel functions,” Phil. Trans. Roy. Soc. London, vol. A247, pp. 529–551, April 1955. </a:t>
            </a:r>
            <a:r>
              <a:rPr lang="en-US" sz="1200" i="1" kern="1200">
                <a:solidFill>
                  <a:schemeClr val="tx1"/>
                </a:solidFill>
                <a:effectLst/>
                <a:latin typeface="+mn-lt"/>
                <a:ea typeface="+mn-ea"/>
                <a:cs typeface="+mn-cs"/>
              </a:rPr>
              <a:t>(references)</a:t>
            </a:r>
            <a:endParaRPr lang="en-US" sz="1200" kern="1200">
              <a:solidFill>
                <a:schemeClr val="tx1"/>
              </a:solidFill>
              <a:effectLst/>
              <a:latin typeface="+mn-lt"/>
              <a:ea typeface="+mn-ea"/>
              <a:cs typeface="+mn-cs"/>
            </a:endParaRPr>
          </a:p>
          <a:p>
            <a:pPr lvl="0"/>
            <a:r>
              <a:rPr lang="en-US" sz="1200" kern="1200">
                <a:solidFill>
                  <a:schemeClr val="tx1"/>
                </a:solidFill>
                <a:effectLst/>
                <a:latin typeface="+mn-lt"/>
                <a:ea typeface="+mn-ea"/>
                <a:cs typeface="+mn-cs"/>
              </a:rPr>
              <a:t>[2] J. Clerk Maxwell, A Treatise on Electricity and Magnetism, 3rd ed., vol. 2. Oxford: Clarendon, 1892, pp.68–73.</a:t>
            </a:r>
          </a:p>
          <a:p>
            <a:pPr lvl="0"/>
            <a:r>
              <a:rPr lang="en-US" sz="1200" kern="1200">
                <a:solidFill>
                  <a:schemeClr val="tx1"/>
                </a:solidFill>
                <a:effectLst/>
                <a:latin typeface="+mn-lt"/>
                <a:ea typeface="+mn-ea"/>
                <a:cs typeface="+mn-cs"/>
              </a:rPr>
              <a:t>[3] I. S. Jacobs and C. P. Bean, “Fine particles, thin films and exchange anisotropy,” in Magnetism, vol. III, G. T. Rado and H. Suhl, Eds. New York: Academic, 1963, pp. 271–350.</a:t>
            </a:r>
          </a:p>
          <a:p>
            <a:pPr lvl="0"/>
            <a:r>
              <a:rPr lang="en-US" sz="1200" kern="1200">
                <a:solidFill>
                  <a:schemeClr val="tx1"/>
                </a:solidFill>
                <a:effectLst/>
                <a:latin typeface="+mn-lt"/>
                <a:ea typeface="+mn-ea"/>
                <a:cs typeface="+mn-cs"/>
              </a:rPr>
              <a:t>[4] K. Elissa, “Title of paper if known,” unpublished.</a:t>
            </a:r>
          </a:p>
          <a:p>
            <a:pPr lvl="0"/>
            <a:r>
              <a:rPr lang="en-US" sz="1200" kern="1200">
                <a:solidFill>
                  <a:schemeClr val="tx1"/>
                </a:solidFill>
                <a:effectLst/>
                <a:latin typeface="+mn-lt"/>
                <a:ea typeface="+mn-ea"/>
                <a:cs typeface="+mn-cs"/>
              </a:rPr>
              <a:t>[5] R. Nicole, “Title of paper with only first word capitalized,” J. Name Stand. Abbrev., in press.</a:t>
            </a:r>
          </a:p>
          <a:p>
            <a:pPr lvl="0"/>
            <a:r>
              <a:rPr lang="en-US" sz="1200" kern="1200">
                <a:solidFill>
                  <a:schemeClr val="tx1"/>
                </a:solidFill>
                <a:effectLst/>
                <a:latin typeface="+mn-lt"/>
                <a:ea typeface="+mn-ea"/>
                <a:cs typeface="+mn-cs"/>
              </a:rPr>
              <a:t>[6] Y. Yorozu, M. Hirano, K. Oka, and Y. Tagawa, “Electron spectroscopy studies on magneto-optical media and plastic substrate interface,” IEEE Transl. J. Magn. Japan, vol. 2, pp. 740–741, August 1987 [Digests 9th Annual Conf. Magnetics Japan, p. 301, 1982].</a:t>
            </a:r>
          </a:p>
          <a:p>
            <a:pPr lvl="0"/>
            <a:r>
              <a:rPr lang="en-US" sz="1200" kern="1200">
                <a:solidFill>
                  <a:schemeClr val="tx1"/>
                </a:solidFill>
                <a:effectLst/>
                <a:latin typeface="+mn-lt"/>
                <a:ea typeface="+mn-ea"/>
                <a:cs typeface="+mn-cs"/>
              </a:rPr>
              <a:t>[7] M. Young, The Technical Writer’s Handbook. Mill Valley, CA: University Science, 1989.</a:t>
            </a:r>
          </a:p>
          <a:p>
            <a:r>
              <a:rPr lang="en-US" sz="1200" b="0" i="0" u="none" strike="noStrike" kern="1200">
                <a:solidFill>
                  <a:schemeClr val="tx1"/>
                </a:solidFill>
                <a:effectLst/>
                <a:latin typeface="+mn-lt"/>
                <a:ea typeface="+mn-ea"/>
                <a:cs typeface="+mn-cs"/>
              </a:rPr>
              <a:t>[8] L. </a:t>
            </a:r>
            <a:r>
              <a:rPr lang="en-US" sz="1200" b="0" i="0" u="none" strike="noStrike" kern="1200" err="1">
                <a:solidFill>
                  <a:schemeClr val="tx1"/>
                </a:solidFill>
                <a:effectLst/>
                <a:latin typeface="+mn-lt"/>
                <a:ea typeface="+mn-ea"/>
                <a:cs typeface="+mn-cs"/>
              </a:rPr>
              <a:t>Bourtoule</a:t>
            </a:r>
            <a:r>
              <a:rPr lang="en-US" sz="1200" b="0" i="0" u="none" strike="noStrike" kern="1200">
                <a:solidFill>
                  <a:schemeClr val="tx1"/>
                </a:solidFill>
                <a:effectLst/>
                <a:latin typeface="+mn-lt"/>
                <a:ea typeface="+mn-ea"/>
                <a:cs typeface="+mn-cs"/>
              </a:rPr>
              <a:t> </a:t>
            </a:r>
            <a:r>
              <a:rPr lang="en-US" sz="1200" b="0" i="1" u="none" strike="noStrike" kern="1200">
                <a:solidFill>
                  <a:schemeClr val="tx1"/>
                </a:solidFill>
                <a:effectLst/>
                <a:latin typeface="+mn-lt"/>
                <a:ea typeface="+mn-ea"/>
                <a:cs typeface="+mn-cs"/>
              </a:rPr>
              <a:t>et al.</a:t>
            </a:r>
            <a:r>
              <a:rPr lang="en-US" sz="1200" b="0" i="0" u="none" strike="noStrike" kern="1200">
                <a:solidFill>
                  <a:schemeClr val="tx1"/>
                </a:solidFill>
                <a:effectLst/>
                <a:latin typeface="+mn-lt"/>
                <a:ea typeface="+mn-ea"/>
                <a:cs typeface="+mn-cs"/>
              </a:rPr>
              <a:t>, “Machine Unlearning,” in </a:t>
            </a:r>
            <a:r>
              <a:rPr lang="en-US" sz="1200" b="0" i="1" u="none" strike="noStrike" kern="1200">
                <a:solidFill>
                  <a:schemeClr val="tx1"/>
                </a:solidFill>
                <a:effectLst/>
                <a:latin typeface="+mn-lt"/>
                <a:ea typeface="+mn-ea"/>
                <a:cs typeface="+mn-cs"/>
              </a:rPr>
              <a:t>2021 IEEE Symposium on Security and Privacy (SP)</a:t>
            </a:r>
            <a:r>
              <a:rPr lang="en-US" sz="1200" b="0" i="0" u="none" strike="noStrike" kern="1200">
                <a:solidFill>
                  <a:schemeClr val="tx1"/>
                </a:solidFill>
                <a:effectLst/>
                <a:latin typeface="+mn-lt"/>
                <a:ea typeface="+mn-ea"/>
                <a:cs typeface="+mn-cs"/>
              </a:rPr>
              <a:t>, 2021, pp. 141–159. </a:t>
            </a:r>
            <a:r>
              <a:rPr lang="en-US" sz="1200" b="0" i="0" u="none" strike="noStrike" kern="1200" err="1">
                <a:solidFill>
                  <a:schemeClr val="tx1"/>
                </a:solidFill>
                <a:effectLst/>
                <a:latin typeface="+mn-lt"/>
                <a:ea typeface="+mn-ea"/>
                <a:cs typeface="+mn-cs"/>
              </a:rPr>
              <a:t>doi</a:t>
            </a:r>
            <a:r>
              <a:rPr lang="en-US" sz="1200" b="0" i="0" u="none" strike="noStrike" kern="1200">
                <a:solidFill>
                  <a:schemeClr val="tx1"/>
                </a:solidFill>
                <a:effectLst/>
                <a:latin typeface="+mn-lt"/>
                <a:ea typeface="+mn-ea"/>
                <a:cs typeface="+mn-cs"/>
              </a:rPr>
              <a:t>: </a:t>
            </a:r>
            <a:r>
              <a:rPr lang="en-US" sz="1200" b="0" i="0" u="sng" strike="noStrike" kern="1200">
                <a:solidFill>
                  <a:schemeClr val="tx1"/>
                </a:solidFill>
                <a:effectLst/>
                <a:latin typeface="+mn-lt"/>
                <a:ea typeface="+mn-ea"/>
                <a:cs typeface="+mn-cs"/>
                <a:hlinkClick r:id="rId3"/>
              </a:rPr>
              <a:t>10.1109/SP40001.2021.00019</a:t>
            </a:r>
            <a:r>
              <a:rPr lang="en-US" sz="1200" b="0" i="0" u="none" strike="noStrike" kern="1200">
                <a:solidFill>
                  <a:schemeClr val="tx1"/>
                </a:solidFill>
                <a:effectLst/>
                <a:latin typeface="+mn-lt"/>
                <a:ea typeface="+mn-ea"/>
                <a:cs typeface="+mn-cs"/>
              </a:rPr>
              <a:t>.</a:t>
            </a:r>
          </a:p>
          <a:p>
            <a:pPr lvl="0"/>
            <a:endParaRPr lang="en-US" sz="1200" kern="1200">
              <a:solidFill>
                <a:schemeClr val="tx1"/>
              </a:solidFill>
              <a:effectLst/>
              <a:latin typeface="+mn-lt"/>
              <a:ea typeface="+mn-ea"/>
              <a:cs typeface="+mn-cs"/>
            </a:endParaRPr>
          </a:p>
          <a:p>
            <a:endParaRPr lang="en-US"/>
          </a:p>
        </p:txBody>
      </p:sp>
      <p:sp>
        <p:nvSpPr>
          <p:cNvPr id="4" name="Slide Number Placeholder 3">
            <a:extLst>
              <a:ext uri="{FF2B5EF4-FFF2-40B4-BE49-F238E27FC236}">
                <a16:creationId xmlns:a16="http://schemas.microsoft.com/office/drawing/2014/main" id="{C760518F-2DEE-80B1-DFC8-F8D18208B57E}"/>
              </a:ext>
            </a:extLst>
          </p:cNvPr>
          <p:cNvSpPr>
            <a:spLocks noGrp="1"/>
          </p:cNvSpPr>
          <p:nvPr>
            <p:ph type="sldNum" sz="quarter" idx="5"/>
          </p:nvPr>
        </p:nvSpPr>
        <p:spPr/>
        <p:txBody>
          <a:bodyPr/>
          <a:lstStyle/>
          <a:p>
            <a:fld id="{99A332F6-28A6-495E-B678-32FE44FD321D}" type="slidenum">
              <a:rPr lang="en-US" smtClean="0"/>
              <a:t>13</a:t>
            </a:fld>
            <a:endParaRPr lang="en-US"/>
          </a:p>
        </p:txBody>
      </p:sp>
    </p:spTree>
    <p:extLst>
      <p:ext uri="{BB962C8B-B14F-4D97-AF65-F5344CB8AC3E}">
        <p14:creationId xmlns:p14="http://schemas.microsoft.com/office/powerpoint/2010/main" val="33330802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is to trigger the audience to ask questions. Some people put a QR code to their contact information such as a LinkedIn account.</a:t>
            </a:r>
          </a:p>
        </p:txBody>
      </p:sp>
      <p:sp>
        <p:nvSpPr>
          <p:cNvPr id="4" name="Slide Number Placeholder 3"/>
          <p:cNvSpPr>
            <a:spLocks noGrp="1"/>
          </p:cNvSpPr>
          <p:nvPr>
            <p:ph type="sldNum" sz="quarter" idx="5"/>
          </p:nvPr>
        </p:nvSpPr>
        <p:spPr/>
        <p:txBody>
          <a:bodyPr/>
          <a:lstStyle/>
          <a:p>
            <a:fld id="{99A332F6-28A6-495E-B678-32FE44FD321D}" type="slidenum">
              <a:rPr lang="en-US" smtClean="0"/>
              <a:t>14</a:t>
            </a:fld>
            <a:endParaRPr lang="en-US"/>
          </a:p>
        </p:txBody>
      </p:sp>
    </p:spTree>
    <p:extLst>
      <p:ext uri="{BB962C8B-B14F-4D97-AF65-F5344CB8AC3E}">
        <p14:creationId xmlns:p14="http://schemas.microsoft.com/office/powerpoint/2010/main" val="12699317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9FECBB7-CEDB-EC47-937F-AAF4A5F37CD3}" type="datetime1">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C0FFA8A-2784-CC4D-B74F-F9C84D30467B}" type="datetime1">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E5AAB82-7C84-9C42-B4D1-BC5710EEFD4F}" type="datetime1">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690F41C-5565-674B-9F1A-682968A3897A}" type="datetime1">
              <a:rPr lang="en-US" smtClean="0"/>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232DDB9-1303-F541-BC19-DD9021B960A7}" type="datetime1">
              <a:rPr lang="en-US" smtClean="0"/>
              <a:t>12/3/2025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D8B8E1F-A8D7-8043-97C4-A6061A7A3E19}" type="datetime1">
              <a:rPr lang="en-US" smtClean="0"/>
              <a:t>12/3/2025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87E7FF-9E8C-E04E-AF86-81C39E8EFC53}" type="datetime1">
              <a:rPr lang="en-US" smtClean="0"/>
              <a:t>12/3/2025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B81583F-D8E3-1F4E-955D-CE8CF11A0E06}" type="datetime1">
              <a:rPr lang="en-US" smtClean="0"/>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A7DE6D-AF59-D64C-B340-9708C4C307C6}" type="datetime1">
              <a:rPr lang="en-US" smtClean="0"/>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01718D4-EF97-374C-AFED-A731D84A0598}" type="datetime1">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56CDD66-25D5-784A-89EE-A01563082760}" type="datetime1">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6D4775-EBB9-DB4E-AC93-5A3B29A1EE16}" type="datetime1">
              <a:rPr lang="en-US" smtClean="0"/>
              <a:t>12/3/2025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microsoft.com/office/2018/10/relationships/comments" Target="../comments/modernComment_101_0.xml"/><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microsoft.com/office/2018/10/relationships/comments" Target="../comments/modernComment_193_90708366.xml"/><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microsoft.com/office/2018/10/relationships/comments" Target="../comments/modernComment_189_28EB5CE6.xml"/><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microsoft.com/office/2018/10/relationships/comments" Target="../comments/modernComment_192_DD848DCE.xml"/><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microsoft.com/office/2018/10/relationships/comments" Target="../comments/modernComment_190_650CB575.xml"/><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microsoft.com/office/2018/10/relationships/comments" Target="../comments/modernComment_18C_B3C367D.xml"/><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1436" y="3921368"/>
            <a:ext cx="13945847" cy="3139321"/>
          </a:xfrm>
          <a:prstGeom prst="rect">
            <a:avLst/>
          </a:prstGeom>
        </p:spPr>
        <p:txBody>
          <a:bodyPr wrap="square" lIns="0" tIns="0" rIns="0" bIns="0" rtlCol="0" anchor="t">
            <a:spAutoFit/>
          </a:bodyPr>
          <a:lstStyle/>
          <a:p>
            <a:r>
              <a:rPr lang="en-US" sz="5400" b="1">
                <a:solidFill>
                  <a:srgbClr val="C8102E"/>
                </a:solidFill>
                <a:latin typeface="Univers Condensed"/>
                <a:ea typeface="Univers LT Std 1"/>
                <a:cs typeface="Univers LT Std 1"/>
                <a:sym typeface="Univers LT Std 1"/>
              </a:rPr>
              <a:t>PROJECT  TITLE: </a:t>
            </a:r>
            <a:r>
              <a:rPr lang="en-US" sz="4800" b="1"/>
              <a:t>An empirical study of predictive uncertainty under the right to be forgotten</a:t>
            </a:r>
            <a:endParaRPr lang="en-US" sz="4800">
              <a:solidFill>
                <a:srgbClr val="003D4C"/>
              </a:solidFill>
              <a:latin typeface="Univers LT Std 1"/>
              <a:ea typeface="Univers LT Std 1"/>
              <a:cs typeface="Univers LT Std 1"/>
              <a:sym typeface="Univers LT Std 1"/>
            </a:endParaRPr>
          </a:p>
          <a:p>
            <a:pPr algn="l"/>
            <a:endParaRPr lang="en-US" b="1">
              <a:latin typeface="Univers Condensed" panose="020B0506020202050204" pitchFamily="34" charset="0"/>
            </a:endParaRPr>
          </a:p>
          <a:p>
            <a:pPr algn="l"/>
            <a:r>
              <a:rPr lang="en-US" sz="2800">
                <a:solidFill>
                  <a:srgbClr val="003D4C"/>
                </a:solidFill>
                <a:latin typeface="Univers LT Std 1"/>
                <a:ea typeface="Univers LT Std 1"/>
                <a:cs typeface="Univers LT Std 1"/>
                <a:sym typeface="Univers LT Std 1"/>
              </a:rPr>
              <a:t>Varsha </a:t>
            </a:r>
            <a:r>
              <a:rPr lang="en-US" sz="2800" err="1">
                <a:solidFill>
                  <a:srgbClr val="003D4C"/>
                </a:solidFill>
                <a:latin typeface="Univers LT Std 1"/>
                <a:ea typeface="Univers LT Std 1"/>
                <a:cs typeface="Univers LT Std 1"/>
                <a:sym typeface="Univers LT Std 1"/>
              </a:rPr>
              <a:t>Ravivenkatesh</a:t>
            </a:r>
            <a:r>
              <a:rPr lang="en-US" sz="2800">
                <a:solidFill>
                  <a:srgbClr val="003D4C"/>
                </a:solidFill>
                <a:latin typeface="Univers LT Std 1"/>
                <a:ea typeface="Univers LT Std 1"/>
                <a:cs typeface="Univers LT Std 1"/>
                <a:sym typeface="Univers LT Std 1"/>
              </a:rPr>
              <a:t>, Computer Science, Sophomore</a:t>
            </a:r>
            <a:endParaRPr lang="en-US" sz="2800">
              <a:solidFill>
                <a:srgbClr val="003D4C"/>
              </a:solidFill>
              <a:latin typeface="Univers LT Std 1"/>
              <a:ea typeface="Univers LT Std 1"/>
              <a:cs typeface="Univers LT Std 1"/>
            </a:endParaRPr>
          </a:p>
          <a:p>
            <a:pPr algn="l"/>
            <a:r>
              <a:rPr lang="en-US" sz="2800">
                <a:solidFill>
                  <a:srgbClr val="003D4C"/>
                </a:solidFill>
                <a:latin typeface="Univers LT Std 1"/>
                <a:ea typeface="Univers LT Std 1"/>
                <a:cs typeface="Univers LT Std 1"/>
                <a:sym typeface="Univers LT Std 1"/>
              </a:rPr>
              <a:t>Neal Sharma, Computer Science, Sophomore</a:t>
            </a:r>
            <a:endParaRPr lang="en-US" sz="2800">
              <a:solidFill>
                <a:srgbClr val="003D4C"/>
              </a:solidFill>
              <a:latin typeface="Univers LT Std 1"/>
              <a:ea typeface="Univers LT Std 1"/>
              <a:cs typeface="Univers LT Std 1"/>
            </a:endParaRPr>
          </a:p>
          <a:p>
            <a:pPr algn="l"/>
            <a:r>
              <a:rPr lang="en-US" sz="2800">
                <a:solidFill>
                  <a:srgbClr val="003D4C"/>
                </a:solidFill>
                <a:latin typeface="Univers LT Std 1"/>
                <a:ea typeface="Univers LT Std 1"/>
                <a:cs typeface="Univers LT Std 1"/>
                <a:sym typeface="Univers LT Std 1"/>
              </a:rPr>
              <a:t>Raghav Kashyap, Software Engineering, Junior</a:t>
            </a:r>
            <a:endParaRPr lang="en-US" sz="2800">
              <a:solidFill>
                <a:srgbClr val="003D4C"/>
              </a:solidFill>
              <a:latin typeface="Univers LT Std 1"/>
              <a:ea typeface="Univers LT Std 1"/>
              <a:cs typeface="Univers LT Std 1"/>
            </a:endParaRPr>
          </a:p>
        </p:txBody>
      </p:sp>
      <p:sp>
        <p:nvSpPr>
          <p:cNvPr id="4" name="TextBox 3">
            <a:extLst>
              <a:ext uri="{FF2B5EF4-FFF2-40B4-BE49-F238E27FC236}">
                <a16:creationId xmlns:a16="http://schemas.microsoft.com/office/drawing/2014/main" id="{E0649FF9-66C8-FEBC-FF3F-069F544B11C4}"/>
              </a:ext>
            </a:extLst>
          </p:cNvPr>
          <p:cNvSpPr txBox="1"/>
          <p:nvPr/>
        </p:nvSpPr>
        <p:spPr>
          <a:xfrm>
            <a:off x="1021436" y="9366151"/>
            <a:ext cx="14222389" cy="646331"/>
          </a:xfrm>
          <a:prstGeom prst="rect">
            <a:avLst/>
          </a:prstGeom>
          <a:noFill/>
        </p:spPr>
        <p:txBody>
          <a:bodyPr wrap="square">
            <a:spAutoFit/>
          </a:bodyPr>
          <a:lstStyle/>
          <a:p>
            <a:r>
              <a:rPr lang="en-US" i="1"/>
              <a:t>This work is partially supported by the National Science Foundation under Grant No. 2152117. Any opinions, findings, and conclusions or recommendations expressed in this material are those of the author(s) and do not necessarily reflect the views of the National Science Foundation.</a:t>
            </a:r>
            <a:r>
              <a:rPr lang="en-US"/>
              <a:t> </a:t>
            </a:r>
          </a:p>
        </p:txBody>
      </p:sp>
      <p:sp>
        <p:nvSpPr>
          <p:cNvPr id="8" name="TextBox 7">
            <a:extLst>
              <a:ext uri="{FF2B5EF4-FFF2-40B4-BE49-F238E27FC236}">
                <a16:creationId xmlns:a16="http://schemas.microsoft.com/office/drawing/2014/main" id="{72DCC33B-7918-C944-6B9B-9A31F06969A4}"/>
              </a:ext>
            </a:extLst>
          </p:cNvPr>
          <p:cNvSpPr txBox="1"/>
          <p:nvPr/>
        </p:nvSpPr>
        <p:spPr>
          <a:xfrm>
            <a:off x="744894" y="410048"/>
            <a:ext cx="13945846" cy="769441"/>
          </a:xfrm>
          <a:prstGeom prst="rect">
            <a:avLst/>
          </a:prstGeom>
          <a:noFill/>
        </p:spPr>
        <p:txBody>
          <a:bodyPr wrap="square" rtlCol="0">
            <a:spAutoFit/>
          </a:bodyPr>
          <a:lstStyle/>
          <a:p>
            <a:r>
              <a:rPr lang="en-US" sz="4400" b="1">
                <a:solidFill>
                  <a:srgbClr val="003D4C"/>
                </a:solidFill>
                <a:latin typeface="Univers" panose="020B0503020202020204" pitchFamily="34" charset="0"/>
              </a:rPr>
              <a:t>COMS 1920: Explorations in Computing Research I</a:t>
            </a:r>
            <a:endParaRPr lang="en-US" sz="3600">
              <a:solidFill>
                <a:srgbClr val="003D4C"/>
              </a:solidFill>
              <a:latin typeface="Univers" panose="020B0503020202020204" pitchFamily="34" charset="0"/>
            </a:endParaRPr>
          </a:p>
        </p:txBody>
      </p:sp>
      <p:sp>
        <p:nvSpPr>
          <p:cNvPr id="3" name="Freeform 7">
            <a:extLst>
              <a:ext uri="{FF2B5EF4-FFF2-40B4-BE49-F238E27FC236}">
                <a16:creationId xmlns:a16="http://schemas.microsoft.com/office/drawing/2014/main" id="{96E70523-3BC3-8436-0CBB-1A9CFCCB5E89}"/>
              </a:ext>
            </a:extLst>
          </p:cNvPr>
          <p:cNvSpPr/>
          <p:nvPr/>
        </p:nvSpPr>
        <p:spPr>
          <a:xfrm>
            <a:off x="15501473" y="579194"/>
            <a:ext cx="2041633" cy="862035"/>
          </a:xfrm>
          <a:custGeom>
            <a:avLst/>
            <a:gdLst/>
            <a:ahLst/>
            <a:cxnLst/>
            <a:rect l="l" t="t" r="r" b="b"/>
            <a:pathLst>
              <a:path w="2041633" h="862035">
                <a:moveTo>
                  <a:pt x="0" y="0"/>
                </a:moveTo>
                <a:lnTo>
                  <a:pt x="2041633" y="0"/>
                </a:lnTo>
                <a:lnTo>
                  <a:pt x="2041633" y="862035"/>
                </a:lnTo>
                <a:lnTo>
                  <a:pt x="0" y="862035"/>
                </a:lnTo>
                <a:lnTo>
                  <a:pt x="0" y="0"/>
                </a:lnTo>
                <a:close/>
              </a:path>
            </a:pathLst>
          </a:custGeom>
          <a:blipFill>
            <a:blip r:embed="rId3"/>
            <a:stretch>
              <a:fillRect l="-9842" t="-32950" r="-9031" b="-148586"/>
            </a:stretch>
          </a:blipFill>
        </p:spPr>
        <p:txBody>
          <a:bodyPr/>
          <a:lstStyle/>
          <a:p>
            <a:endParaRPr lang="en-US"/>
          </a:p>
        </p:txBody>
      </p:sp>
      <p:sp>
        <p:nvSpPr>
          <p:cNvPr id="9" name="Slide Number Placeholder 8">
            <a:extLst>
              <a:ext uri="{FF2B5EF4-FFF2-40B4-BE49-F238E27FC236}">
                <a16:creationId xmlns:a16="http://schemas.microsoft.com/office/drawing/2014/main" id="{EE14C917-4BAC-0784-925C-DA35EEECEA80}"/>
              </a:ext>
            </a:extLst>
          </p:cNvPr>
          <p:cNvSpPr>
            <a:spLocks noGrp="1"/>
          </p:cNvSpPr>
          <p:nvPr>
            <p:ph type="sldNum" sz="quarter" idx="12"/>
          </p:nvPr>
        </p:nvSpPr>
        <p:spPr>
          <a:xfrm>
            <a:off x="15501473" y="9506753"/>
            <a:ext cx="2133600" cy="365125"/>
          </a:xfrm>
        </p:spPr>
        <p:txBody>
          <a:bodyPr/>
          <a:lstStyle/>
          <a:p>
            <a:fld id="{B6F15528-21DE-4FAA-801E-634DDDAF4B2B}" type="slidenum">
              <a:rPr lang="en-US" smtClean="0"/>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EFE"/>
        </a:solidFill>
        <a:effectLst/>
      </p:bgPr>
    </p:bg>
    <p:spTree>
      <p:nvGrpSpPr>
        <p:cNvPr id="1" name=""/>
        <p:cNvGrpSpPr/>
        <p:nvPr/>
      </p:nvGrpSpPr>
      <p:grpSpPr>
        <a:xfrm>
          <a:off x="0" y="0"/>
          <a:ext cx="0" cy="0"/>
          <a:chOff x="0" y="0"/>
          <a:chExt cx="0" cy="0"/>
        </a:xfrm>
      </p:grpSpPr>
      <p:sp>
        <p:nvSpPr>
          <p:cNvPr id="2" name="TextBox 2"/>
          <p:cNvSpPr txBox="1"/>
          <p:nvPr/>
        </p:nvSpPr>
        <p:spPr>
          <a:xfrm>
            <a:off x="1098113" y="0"/>
            <a:ext cx="16363409" cy="1577932"/>
          </a:xfrm>
          <a:prstGeom prst="rect">
            <a:avLst/>
          </a:prstGeom>
        </p:spPr>
        <p:txBody>
          <a:bodyPr wrap="square" lIns="0" tIns="0" rIns="0" bIns="0" rtlCol="0" anchor="t">
            <a:spAutoFit/>
          </a:bodyPr>
          <a:lstStyle/>
          <a:p>
            <a:pPr>
              <a:lnSpc>
                <a:spcPts val="14011"/>
              </a:lnSpc>
            </a:pPr>
            <a:r>
              <a:rPr lang="en-US" sz="7200" b="1" spc="300">
                <a:solidFill>
                  <a:srgbClr val="C00000"/>
                </a:solidFill>
                <a:latin typeface="Univers Condensed"/>
                <a:ea typeface="Univers LT Std 2"/>
                <a:cs typeface="Univers LT Std 2"/>
                <a:sym typeface="Univers LT Std 2"/>
              </a:rPr>
              <a:t>Primary Research Question</a:t>
            </a:r>
            <a:endParaRPr lang="en-US" sz="7200" b="1" spc="300">
              <a:solidFill>
                <a:srgbClr val="C00000"/>
              </a:solidFill>
              <a:latin typeface="Univers Condensed"/>
              <a:ea typeface="Univers LT Std 2"/>
              <a:cs typeface="Univers LT Std 2"/>
            </a:endParaRPr>
          </a:p>
        </p:txBody>
      </p:sp>
      <p:sp>
        <p:nvSpPr>
          <p:cNvPr id="7" name="Freeform 7"/>
          <p:cNvSpPr/>
          <p:nvPr/>
        </p:nvSpPr>
        <p:spPr>
          <a:xfrm>
            <a:off x="15809495" y="715897"/>
            <a:ext cx="2041633" cy="862035"/>
          </a:xfrm>
          <a:custGeom>
            <a:avLst/>
            <a:gdLst/>
            <a:ahLst/>
            <a:cxnLst/>
            <a:rect l="l" t="t" r="r" b="b"/>
            <a:pathLst>
              <a:path w="2041633" h="862035">
                <a:moveTo>
                  <a:pt x="0" y="0"/>
                </a:moveTo>
                <a:lnTo>
                  <a:pt x="2041633" y="0"/>
                </a:lnTo>
                <a:lnTo>
                  <a:pt x="2041633" y="862035"/>
                </a:lnTo>
                <a:lnTo>
                  <a:pt x="0" y="862035"/>
                </a:lnTo>
                <a:lnTo>
                  <a:pt x="0" y="0"/>
                </a:lnTo>
                <a:close/>
              </a:path>
            </a:pathLst>
          </a:custGeom>
          <a:blipFill>
            <a:blip r:embed="rId4"/>
            <a:stretch>
              <a:fillRect l="-9842" t="-32950" r="-9031" b="-148586"/>
            </a:stretch>
          </a:blipFill>
        </p:spPr>
        <p:txBody>
          <a:bodyPr/>
          <a:lstStyle/>
          <a:p>
            <a:endParaRPr lang="en-US"/>
          </a:p>
        </p:txBody>
      </p:sp>
      <p:sp>
        <p:nvSpPr>
          <p:cNvPr id="19" name="TextBox 18">
            <a:extLst>
              <a:ext uri="{FF2B5EF4-FFF2-40B4-BE49-F238E27FC236}">
                <a16:creationId xmlns:a16="http://schemas.microsoft.com/office/drawing/2014/main" id="{D6C883AE-702E-B68E-FE63-DE7F1CD14DDC}"/>
              </a:ext>
            </a:extLst>
          </p:cNvPr>
          <p:cNvSpPr txBox="1"/>
          <p:nvPr/>
        </p:nvSpPr>
        <p:spPr>
          <a:xfrm>
            <a:off x="1098112" y="1793529"/>
            <a:ext cx="15152081" cy="6432530"/>
          </a:xfrm>
          <a:prstGeom prst="rect">
            <a:avLst/>
          </a:prstGeom>
          <a:noFill/>
        </p:spPr>
        <p:txBody>
          <a:bodyPr wrap="square" lIns="91440" tIns="45720" rIns="91440" bIns="45720" anchor="t">
            <a:spAutoFit/>
          </a:bodyPr>
          <a:lstStyle/>
          <a:p>
            <a:pPr fontAlgn="base"/>
            <a:endParaRPr lang="en-US" sz="4000"/>
          </a:p>
          <a:p>
            <a:r>
              <a:rPr lang="en-US" sz="4000"/>
              <a:t>How do various machine unlearning mechanisms, including the choice of unlearning method, data modality, and data removal fraction, influence a model’s predictive uncertainty?​</a:t>
            </a:r>
            <a:endParaRPr lang="en-US" sz="4000">
              <a:ea typeface="Calibri"/>
              <a:cs typeface="Calibri"/>
            </a:endParaRPr>
          </a:p>
          <a:p>
            <a:pPr fontAlgn="base"/>
            <a:endParaRPr lang="en-US" sz="3600"/>
          </a:p>
          <a:p>
            <a:pPr fontAlgn="base"/>
            <a:endParaRPr lang="en-US" sz="3600"/>
          </a:p>
          <a:p>
            <a:pPr fontAlgn="base"/>
            <a:endParaRPr lang="en-US" sz="3600"/>
          </a:p>
          <a:p>
            <a:pPr fontAlgn="base"/>
            <a:endParaRPr lang="en-US" sz="3600"/>
          </a:p>
          <a:p>
            <a:pPr fontAlgn="base"/>
            <a:endParaRPr lang="en-US" sz="3600">
              <a:ea typeface="Calibri"/>
              <a:cs typeface="Calibri"/>
            </a:endParaRPr>
          </a:p>
          <a:p>
            <a:pPr fontAlgn="base"/>
            <a:endParaRPr lang="en-US" sz="3600"/>
          </a:p>
          <a:p>
            <a:endParaRPr lang="en-US" sz="3600"/>
          </a:p>
        </p:txBody>
      </p:sp>
      <p:sp>
        <p:nvSpPr>
          <p:cNvPr id="3" name="Slide Number Placeholder 2">
            <a:extLst>
              <a:ext uri="{FF2B5EF4-FFF2-40B4-BE49-F238E27FC236}">
                <a16:creationId xmlns:a16="http://schemas.microsoft.com/office/drawing/2014/main" id="{0DDAE1E8-78F0-3B3A-CA0E-90C9708668E0}"/>
              </a:ext>
            </a:extLst>
          </p:cNvPr>
          <p:cNvSpPr>
            <a:spLocks noGrp="1"/>
          </p:cNvSpPr>
          <p:nvPr>
            <p:ph type="sldNum" sz="quarter" idx="12"/>
          </p:nvPr>
        </p:nvSpPr>
        <p:spPr>
          <a:xfrm>
            <a:off x="15809495" y="9644982"/>
            <a:ext cx="2133600" cy="365125"/>
          </a:xfrm>
        </p:spPr>
        <p:txBody>
          <a:bodyPr/>
          <a:lstStyle/>
          <a:p>
            <a:fld id="{B6F15528-21DE-4FAA-801E-634DDDAF4B2B}" type="slidenum">
              <a:rPr lang="en-US" smtClean="0"/>
              <a:pPr/>
              <a:t>2</a:t>
            </a:fld>
            <a:endParaRPr lang="en-US"/>
          </a:p>
        </p:txBody>
      </p:sp>
      <p:pic>
        <p:nvPicPr>
          <p:cNvPr id="4" name="Picture 3">
            <a:extLst>
              <a:ext uri="{FF2B5EF4-FFF2-40B4-BE49-F238E27FC236}">
                <a16:creationId xmlns:a16="http://schemas.microsoft.com/office/drawing/2014/main" id="{6AC302A6-7755-3736-CCAC-14FB49AB09C1}"/>
              </a:ext>
            </a:extLst>
          </p:cNvPr>
          <p:cNvPicPr>
            <a:picLocks noChangeAspect="1"/>
          </p:cNvPicPr>
          <p:nvPr/>
        </p:nvPicPr>
        <p:blipFill>
          <a:blip r:embed="rId5"/>
          <a:stretch>
            <a:fillRect/>
          </a:stretch>
        </p:blipFill>
        <p:spPr>
          <a:xfrm>
            <a:off x="4171272" y="4563760"/>
            <a:ext cx="9646144" cy="5074697"/>
          </a:xfrm>
          <a:prstGeom prst="rect">
            <a:avLst/>
          </a:prstGeom>
        </p:spPr>
      </p:pic>
      <p:sp>
        <p:nvSpPr>
          <p:cNvPr id="8" name="TextBox 7">
            <a:extLst>
              <a:ext uri="{FF2B5EF4-FFF2-40B4-BE49-F238E27FC236}">
                <a16:creationId xmlns:a16="http://schemas.microsoft.com/office/drawing/2014/main" id="{556F0896-A264-A98F-36CA-50B41856BE3D}"/>
              </a:ext>
            </a:extLst>
          </p:cNvPr>
          <p:cNvSpPr txBox="1"/>
          <p:nvPr/>
        </p:nvSpPr>
        <p:spPr>
          <a:xfrm>
            <a:off x="6392332" y="9641416"/>
            <a:ext cx="7725833"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ea typeface="Calibri"/>
                <a:cs typeface="Calibri"/>
              </a:rPr>
              <a:t>Figure shows the need for Machine Unlearning</a:t>
            </a:r>
          </a:p>
        </p:txBody>
      </p:sp>
    </p:spTree>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EFE"/>
        </a:solidFill>
        <a:effectLst/>
      </p:bgPr>
    </p:bg>
    <p:spTree>
      <p:nvGrpSpPr>
        <p:cNvPr id="1" name="">
          <a:extLst>
            <a:ext uri="{FF2B5EF4-FFF2-40B4-BE49-F238E27FC236}">
              <a16:creationId xmlns:a16="http://schemas.microsoft.com/office/drawing/2014/main" id="{12F0E5AC-C3BC-FD78-7FB6-EC2947D32EF6}"/>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C0893D5C-8371-F862-54D7-BC5B585AACEF}"/>
              </a:ext>
            </a:extLst>
          </p:cNvPr>
          <p:cNvSpPr txBox="1"/>
          <p:nvPr/>
        </p:nvSpPr>
        <p:spPr>
          <a:xfrm>
            <a:off x="1098113" y="0"/>
            <a:ext cx="16363409" cy="1577932"/>
          </a:xfrm>
          <a:prstGeom prst="rect">
            <a:avLst/>
          </a:prstGeom>
        </p:spPr>
        <p:txBody>
          <a:bodyPr wrap="square" lIns="0" tIns="0" rIns="0" bIns="0" rtlCol="0" anchor="t">
            <a:spAutoFit/>
          </a:bodyPr>
          <a:lstStyle/>
          <a:p>
            <a:pPr>
              <a:lnSpc>
                <a:spcPts val="14011"/>
              </a:lnSpc>
            </a:pPr>
            <a:r>
              <a:rPr lang="en-US" sz="7200" b="1" spc="300">
                <a:solidFill>
                  <a:srgbClr val="C00000"/>
                </a:solidFill>
                <a:latin typeface="Univers Condensed"/>
                <a:ea typeface="Univers LT Std 2"/>
                <a:cs typeface="Univers LT Std 2"/>
                <a:sym typeface="Univers LT Std 2"/>
              </a:rPr>
              <a:t>Primary Research Question</a:t>
            </a:r>
            <a:endParaRPr lang="en-US" sz="7200" b="1" spc="300">
              <a:solidFill>
                <a:srgbClr val="C00000"/>
              </a:solidFill>
              <a:latin typeface="Univers Condensed"/>
              <a:ea typeface="Univers LT Std 2"/>
              <a:cs typeface="Univers LT Std 2"/>
            </a:endParaRPr>
          </a:p>
        </p:txBody>
      </p:sp>
      <p:sp>
        <p:nvSpPr>
          <p:cNvPr id="7" name="Freeform 7">
            <a:extLst>
              <a:ext uri="{FF2B5EF4-FFF2-40B4-BE49-F238E27FC236}">
                <a16:creationId xmlns:a16="http://schemas.microsoft.com/office/drawing/2014/main" id="{715A9D66-A5B5-6F6F-702D-AE8D44A732B5}"/>
              </a:ext>
            </a:extLst>
          </p:cNvPr>
          <p:cNvSpPr/>
          <p:nvPr/>
        </p:nvSpPr>
        <p:spPr>
          <a:xfrm>
            <a:off x="15809495" y="715897"/>
            <a:ext cx="2041633" cy="862035"/>
          </a:xfrm>
          <a:custGeom>
            <a:avLst/>
            <a:gdLst/>
            <a:ahLst/>
            <a:cxnLst/>
            <a:rect l="l" t="t" r="r" b="b"/>
            <a:pathLst>
              <a:path w="2041633" h="862035">
                <a:moveTo>
                  <a:pt x="0" y="0"/>
                </a:moveTo>
                <a:lnTo>
                  <a:pt x="2041633" y="0"/>
                </a:lnTo>
                <a:lnTo>
                  <a:pt x="2041633" y="862035"/>
                </a:lnTo>
                <a:lnTo>
                  <a:pt x="0" y="862035"/>
                </a:lnTo>
                <a:lnTo>
                  <a:pt x="0" y="0"/>
                </a:lnTo>
                <a:close/>
              </a:path>
            </a:pathLst>
          </a:custGeom>
          <a:blipFill>
            <a:blip r:embed="rId3"/>
            <a:stretch>
              <a:fillRect l="-9842" t="-32950" r="-9031" b="-148586"/>
            </a:stretch>
          </a:blipFill>
        </p:spPr>
        <p:txBody>
          <a:bodyPr/>
          <a:lstStyle/>
          <a:p>
            <a:endParaRPr lang="en-US"/>
          </a:p>
        </p:txBody>
      </p:sp>
      <p:sp>
        <p:nvSpPr>
          <p:cNvPr id="3" name="Slide Number Placeholder 2">
            <a:extLst>
              <a:ext uri="{FF2B5EF4-FFF2-40B4-BE49-F238E27FC236}">
                <a16:creationId xmlns:a16="http://schemas.microsoft.com/office/drawing/2014/main" id="{7F606A56-15EC-1017-18C6-1F56B5D7265B}"/>
              </a:ext>
            </a:extLst>
          </p:cNvPr>
          <p:cNvSpPr>
            <a:spLocks noGrp="1"/>
          </p:cNvSpPr>
          <p:nvPr>
            <p:ph type="sldNum" sz="quarter" idx="12"/>
          </p:nvPr>
        </p:nvSpPr>
        <p:spPr>
          <a:xfrm>
            <a:off x="15809495" y="9644982"/>
            <a:ext cx="2133600" cy="365125"/>
          </a:xfrm>
        </p:spPr>
        <p:txBody>
          <a:bodyPr/>
          <a:lstStyle/>
          <a:p>
            <a:fld id="{B6F15528-21DE-4FAA-801E-634DDDAF4B2B}" type="slidenum">
              <a:rPr lang="en-US" smtClean="0"/>
              <a:pPr/>
              <a:t>3</a:t>
            </a:fld>
            <a:endParaRPr lang="en-US"/>
          </a:p>
        </p:txBody>
      </p:sp>
      <p:pic>
        <p:nvPicPr>
          <p:cNvPr id="5" name="Picture 4" descr="A diagram of a function&#10;&#10;AI-generated content may be incorrect.">
            <a:extLst>
              <a:ext uri="{FF2B5EF4-FFF2-40B4-BE49-F238E27FC236}">
                <a16:creationId xmlns:a16="http://schemas.microsoft.com/office/drawing/2014/main" id="{F6FDFA35-0A3C-9122-34F6-F03B94F42E7B}"/>
              </a:ext>
            </a:extLst>
          </p:cNvPr>
          <p:cNvPicPr>
            <a:picLocks noChangeAspect="1"/>
          </p:cNvPicPr>
          <p:nvPr/>
        </p:nvPicPr>
        <p:blipFill>
          <a:blip r:embed="rId4"/>
          <a:stretch>
            <a:fillRect/>
          </a:stretch>
        </p:blipFill>
        <p:spPr>
          <a:xfrm>
            <a:off x="3296355" y="2570780"/>
            <a:ext cx="11210750" cy="6056113"/>
          </a:xfrm>
          <a:prstGeom prst="rect">
            <a:avLst/>
          </a:prstGeom>
        </p:spPr>
      </p:pic>
      <p:sp>
        <p:nvSpPr>
          <p:cNvPr id="6" name="TextBox 5">
            <a:extLst>
              <a:ext uri="{FF2B5EF4-FFF2-40B4-BE49-F238E27FC236}">
                <a16:creationId xmlns:a16="http://schemas.microsoft.com/office/drawing/2014/main" id="{F53AA378-AE09-945C-76FE-23ED553FEA60}"/>
              </a:ext>
            </a:extLst>
          </p:cNvPr>
          <p:cNvSpPr txBox="1"/>
          <p:nvPr/>
        </p:nvSpPr>
        <p:spPr>
          <a:xfrm>
            <a:off x="5207001" y="8911166"/>
            <a:ext cx="9482666"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ea typeface="Calibri"/>
                <a:cs typeface="Calibri"/>
              </a:rPr>
              <a:t>Figure shows Uncertainty Quantification using Deep Ensembles</a:t>
            </a:r>
            <a:endParaRPr lang="en-US" sz="2400"/>
          </a:p>
        </p:txBody>
      </p:sp>
    </p:spTree>
    <p:extLst>
      <p:ext uri="{BB962C8B-B14F-4D97-AF65-F5344CB8AC3E}">
        <p14:creationId xmlns:p14="http://schemas.microsoft.com/office/powerpoint/2010/main" val="12345015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EFE"/>
        </a:solidFill>
        <a:effectLst/>
      </p:bgPr>
    </p:bg>
    <p:spTree>
      <p:nvGrpSpPr>
        <p:cNvPr id="1" name="">
          <a:extLst>
            <a:ext uri="{FF2B5EF4-FFF2-40B4-BE49-F238E27FC236}">
              <a16:creationId xmlns:a16="http://schemas.microsoft.com/office/drawing/2014/main" id="{F74111AA-E2F3-8E93-DE22-3539BB701A5D}"/>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128976C4-ECFC-4825-1202-8F2D2A3731F8}"/>
              </a:ext>
            </a:extLst>
          </p:cNvPr>
          <p:cNvSpPr txBox="1"/>
          <p:nvPr/>
        </p:nvSpPr>
        <p:spPr>
          <a:xfrm>
            <a:off x="1098113" y="0"/>
            <a:ext cx="16363409" cy="1577932"/>
          </a:xfrm>
          <a:prstGeom prst="rect">
            <a:avLst/>
          </a:prstGeom>
        </p:spPr>
        <p:txBody>
          <a:bodyPr wrap="square" lIns="0" tIns="0" rIns="0" bIns="0" rtlCol="0" anchor="t">
            <a:spAutoFit/>
          </a:bodyPr>
          <a:lstStyle/>
          <a:p>
            <a:pPr>
              <a:lnSpc>
                <a:spcPts val="14011"/>
              </a:lnSpc>
            </a:pPr>
            <a:r>
              <a:rPr lang="en-US" sz="7200" b="1" spc="300">
                <a:solidFill>
                  <a:srgbClr val="C00000"/>
                </a:solidFill>
                <a:latin typeface="Univers Condensed"/>
                <a:ea typeface="Univers LT Std 2"/>
                <a:cs typeface="Univers LT Std 2"/>
                <a:sym typeface="Univers LT Std 2"/>
              </a:rPr>
              <a:t>Supporting Research Questions</a:t>
            </a:r>
            <a:endParaRPr lang="en-US" sz="7200" b="1" spc="300">
              <a:solidFill>
                <a:srgbClr val="C00000"/>
              </a:solidFill>
              <a:latin typeface="Univers Condensed" panose="020B0506020202050204" pitchFamily="34" charset="0"/>
              <a:ea typeface="Univers LT Std 2"/>
              <a:cs typeface="Univers LT Std 2"/>
            </a:endParaRPr>
          </a:p>
        </p:txBody>
      </p:sp>
      <p:sp>
        <p:nvSpPr>
          <p:cNvPr id="7" name="Freeform 7">
            <a:extLst>
              <a:ext uri="{FF2B5EF4-FFF2-40B4-BE49-F238E27FC236}">
                <a16:creationId xmlns:a16="http://schemas.microsoft.com/office/drawing/2014/main" id="{BAB8B04F-BC5C-C946-3C30-FB315C0092DC}"/>
              </a:ext>
            </a:extLst>
          </p:cNvPr>
          <p:cNvSpPr/>
          <p:nvPr/>
        </p:nvSpPr>
        <p:spPr>
          <a:xfrm>
            <a:off x="15809495" y="715897"/>
            <a:ext cx="2041633" cy="862035"/>
          </a:xfrm>
          <a:custGeom>
            <a:avLst/>
            <a:gdLst/>
            <a:ahLst/>
            <a:cxnLst/>
            <a:rect l="l" t="t" r="r" b="b"/>
            <a:pathLst>
              <a:path w="2041633" h="862035">
                <a:moveTo>
                  <a:pt x="0" y="0"/>
                </a:moveTo>
                <a:lnTo>
                  <a:pt x="2041633" y="0"/>
                </a:lnTo>
                <a:lnTo>
                  <a:pt x="2041633" y="862035"/>
                </a:lnTo>
                <a:lnTo>
                  <a:pt x="0" y="862035"/>
                </a:lnTo>
                <a:lnTo>
                  <a:pt x="0" y="0"/>
                </a:lnTo>
                <a:close/>
              </a:path>
            </a:pathLst>
          </a:custGeom>
          <a:blipFill>
            <a:blip r:embed="rId4"/>
            <a:stretch>
              <a:fillRect l="-9842" t="-32950" r="-9031" b="-148586"/>
            </a:stretch>
          </a:blipFill>
        </p:spPr>
        <p:txBody>
          <a:bodyPr/>
          <a:lstStyle/>
          <a:p>
            <a:endParaRPr lang="en-US"/>
          </a:p>
        </p:txBody>
      </p:sp>
      <p:sp>
        <p:nvSpPr>
          <p:cNvPr id="19" name="TextBox 18">
            <a:extLst>
              <a:ext uri="{FF2B5EF4-FFF2-40B4-BE49-F238E27FC236}">
                <a16:creationId xmlns:a16="http://schemas.microsoft.com/office/drawing/2014/main" id="{4D7F0501-FF1F-57DD-2BC0-750814AEEA9B}"/>
              </a:ext>
            </a:extLst>
          </p:cNvPr>
          <p:cNvSpPr txBox="1"/>
          <p:nvPr/>
        </p:nvSpPr>
        <p:spPr>
          <a:xfrm>
            <a:off x="1098112" y="1793529"/>
            <a:ext cx="15152081" cy="6740307"/>
          </a:xfrm>
          <a:prstGeom prst="rect">
            <a:avLst/>
          </a:prstGeom>
          <a:noFill/>
        </p:spPr>
        <p:txBody>
          <a:bodyPr wrap="square" lIns="91440" tIns="45720" rIns="91440" bIns="45720" anchor="t">
            <a:spAutoFit/>
          </a:bodyPr>
          <a:lstStyle/>
          <a:p>
            <a:pPr fontAlgn="base"/>
            <a:endParaRPr lang="en-US" sz="4000"/>
          </a:p>
          <a:p>
            <a:r>
              <a:rPr lang="en-US" sz="4000"/>
              <a:t>1. How does unlearning different data modalities (e.g., instance-level, feature-level, or label-level) influence predictive uncertainty?​</a:t>
            </a:r>
            <a:endParaRPr lang="en-US" sz="4000">
              <a:ea typeface="Calibri"/>
              <a:cs typeface="Calibri"/>
            </a:endParaRPr>
          </a:p>
          <a:p>
            <a:endParaRPr lang="en-US" sz="4000"/>
          </a:p>
          <a:p>
            <a:pPr fontAlgn="base"/>
            <a:r>
              <a:rPr lang="en-US" sz="4000"/>
              <a:t>2. How does varying the fraction of data being unlearned (e.g., 5%, 10%, 15%, 20%) impact predictive uncertainty?​</a:t>
            </a:r>
            <a:endParaRPr lang="en-US" sz="4000">
              <a:ea typeface="Calibri"/>
              <a:cs typeface="Calibri"/>
            </a:endParaRPr>
          </a:p>
          <a:p>
            <a:endParaRPr lang="en-US" sz="4000"/>
          </a:p>
          <a:p>
            <a:pPr fontAlgn="base"/>
            <a:r>
              <a:rPr lang="en-US" sz="4000"/>
              <a:t>3. Does class-wise unlearning induce greater uncertainty drift than instance-wise unlearning?​</a:t>
            </a:r>
            <a:endParaRPr lang="en-US" sz="4000">
              <a:ea typeface="Calibri"/>
              <a:cs typeface="Calibri"/>
            </a:endParaRPr>
          </a:p>
          <a:p>
            <a:pPr fontAlgn="base"/>
            <a:endParaRPr lang="en-US" sz="3600"/>
          </a:p>
          <a:p>
            <a:endParaRPr lang="en-US" sz="3600"/>
          </a:p>
        </p:txBody>
      </p:sp>
      <p:sp>
        <p:nvSpPr>
          <p:cNvPr id="3" name="Slide Number Placeholder 2">
            <a:extLst>
              <a:ext uri="{FF2B5EF4-FFF2-40B4-BE49-F238E27FC236}">
                <a16:creationId xmlns:a16="http://schemas.microsoft.com/office/drawing/2014/main" id="{7EB8A40F-A14D-D21B-995B-4D3565B7D16D}"/>
              </a:ext>
            </a:extLst>
          </p:cNvPr>
          <p:cNvSpPr>
            <a:spLocks noGrp="1"/>
          </p:cNvSpPr>
          <p:nvPr>
            <p:ph type="sldNum" sz="quarter" idx="12"/>
          </p:nvPr>
        </p:nvSpPr>
        <p:spPr>
          <a:xfrm>
            <a:off x="15809495" y="9644982"/>
            <a:ext cx="2133600" cy="365125"/>
          </a:xfrm>
        </p:spPr>
        <p:txBody>
          <a:bodyPr/>
          <a:lstStyle/>
          <a:p>
            <a:fld id="{B6F15528-21DE-4FAA-801E-634DDDAF4B2B}" type="slidenum">
              <a:rPr lang="en-US" smtClean="0"/>
              <a:pPr/>
              <a:t>4</a:t>
            </a:fld>
            <a:endParaRPr lang="en-US"/>
          </a:p>
        </p:txBody>
      </p:sp>
    </p:spTree>
    <p:extLst>
      <p:ext uri="{BB962C8B-B14F-4D97-AF65-F5344CB8AC3E}">
        <p14:creationId xmlns:p14="http://schemas.microsoft.com/office/powerpoint/2010/main" val="2423292774"/>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EFE"/>
        </a:solidFill>
        <a:effectLst/>
      </p:bgPr>
    </p:bg>
    <p:spTree>
      <p:nvGrpSpPr>
        <p:cNvPr id="1" name="">
          <a:extLst>
            <a:ext uri="{FF2B5EF4-FFF2-40B4-BE49-F238E27FC236}">
              <a16:creationId xmlns:a16="http://schemas.microsoft.com/office/drawing/2014/main" id="{D7D8183F-41D9-E0DB-A8DF-508BB6C3D1BC}"/>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44A8825D-58CC-8414-E6D9-FD1773066F3A}"/>
              </a:ext>
            </a:extLst>
          </p:cNvPr>
          <p:cNvSpPr txBox="1"/>
          <p:nvPr/>
        </p:nvSpPr>
        <p:spPr>
          <a:xfrm>
            <a:off x="1098113" y="0"/>
            <a:ext cx="16363409" cy="1577932"/>
          </a:xfrm>
          <a:prstGeom prst="rect">
            <a:avLst/>
          </a:prstGeom>
        </p:spPr>
        <p:txBody>
          <a:bodyPr wrap="square" lIns="0" tIns="0" rIns="0" bIns="0" rtlCol="0" anchor="t">
            <a:spAutoFit/>
          </a:bodyPr>
          <a:lstStyle/>
          <a:p>
            <a:pPr>
              <a:lnSpc>
                <a:spcPts val="14011"/>
              </a:lnSpc>
            </a:pPr>
            <a:r>
              <a:rPr lang="en-US" sz="7200" b="1" spc="300">
                <a:solidFill>
                  <a:srgbClr val="C00000"/>
                </a:solidFill>
                <a:latin typeface="Univers Condensed" panose="020B0506020202050204" pitchFamily="34" charset="0"/>
                <a:ea typeface="Univers LT Std 2"/>
                <a:cs typeface="Univers LT Std 2"/>
                <a:sym typeface="Univers LT Std 2"/>
              </a:rPr>
              <a:t>Related Work</a:t>
            </a:r>
          </a:p>
        </p:txBody>
      </p:sp>
      <p:sp>
        <p:nvSpPr>
          <p:cNvPr id="7" name="Freeform 7">
            <a:extLst>
              <a:ext uri="{FF2B5EF4-FFF2-40B4-BE49-F238E27FC236}">
                <a16:creationId xmlns:a16="http://schemas.microsoft.com/office/drawing/2014/main" id="{C29096F8-8868-BCE1-6A6C-61B2F354FB5E}"/>
              </a:ext>
            </a:extLst>
          </p:cNvPr>
          <p:cNvSpPr/>
          <p:nvPr/>
        </p:nvSpPr>
        <p:spPr>
          <a:xfrm>
            <a:off x="15636273" y="392678"/>
            <a:ext cx="2041633" cy="862035"/>
          </a:xfrm>
          <a:custGeom>
            <a:avLst/>
            <a:gdLst/>
            <a:ahLst/>
            <a:cxnLst/>
            <a:rect l="l" t="t" r="r" b="b"/>
            <a:pathLst>
              <a:path w="2041633" h="862035">
                <a:moveTo>
                  <a:pt x="0" y="0"/>
                </a:moveTo>
                <a:lnTo>
                  <a:pt x="2041633" y="0"/>
                </a:lnTo>
                <a:lnTo>
                  <a:pt x="2041633" y="862035"/>
                </a:lnTo>
                <a:lnTo>
                  <a:pt x="0" y="862035"/>
                </a:lnTo>
                <a:lnTo>
                  <a:pt x="0" y="0"/>
                </a:lnTo>
                <a:close/>
              </a:path>
            </a:pathLst>
          </a:custGeom>
          <a:blipFill>
            <a:blip r:embed="rId4"/>
            <a:stretch>
              <a:fillRect l="-9842" t="-32950" r="-9031" b="-148586"/>
            </a:stretch>
          </a:blipFill>
        </p:spPr>
        <p:txBody>
          <a:bodyPr/>
          <a:lstStyle/>
          <a:p>
            <a:endParaRPr lang="en-US"/>
          </a:p>
        </p:txBody>
      </p:sp>
      <p:sp>
        <p:nvSpPr>
          <p:cNvPr id="3" name="TextBox 2">
            <a:extLst>
              <a:ext uri="{FF2B5EF4-FFF2-40B4-BE49-F238E27FC236}">
                <a16:creationId xmlns:a16="http://schemas.microsoft.com/office/drawing/2014/main" id="{C59F485F-8F33-B922-209C-6E1B93F29E03}"/>
              </a:ext>
            </a:extLst>
          </p:cNvPr>
          <p:cNvSpPr txBox="1"/>
          <p:nvPr/>
        </p:nvSpPr>
        <p:spPr>
          <a:xfrm>
            <a:off x="1098113" y="1793529"/>
            <a:ext cx="14989215" cy="6051913"/>
          </a:xfrm>
          <a:prstGeom prst="rect">
            <a:avLst/>
          </a:prstGeom>
          <a:noFill/>
        </p:spPr>
        <p:txBody>
          <a:bodyPr wrap="square" lIns="91440" tIns="45720" rIns="91440" bIns="45720" anchor="t">
            <a:spAutoFit/>
          </a:bodyPr>
          <a:lstStyle/>
          <a:p>
            <a:pPr>
              <a:lnSpc>
                <a:spcPct val="90000"/>
              </a:lnSpc>
              <a:spcBef>
                <a:spcPts val="1000"/>
              </a:spcBef>
            </a:pPr>
            <a:r>
              <a:rPr lang="en-US" sz="4200" b="1">
                <a:solidFill>
                  <a:srgbClr val="000000"/>
                </a:solidFill>
                <a:latin typeface="Aptos"/>
                <a:cs typeface="Arial"/>
              </a:rPr>
              <a:t>Machine Unlearning</a:t>
            </a:r>
            <a:endParaRPr lang="en-US" sz="4200" b="1">
              <a:ea typeface="Calibri"/>
              <a:cs typeface="Calibri"/>
            </a:endParaRPr>
          </a:p>
          <a:p>
            <a:pPr>
              <a:lnSpc>
                <a:spcPct val="90000"/>
              </a:lnSpc>
              <a:spcBef>
                <a:spcPts val="1000"/>
              </a:spcBef>
            </a:pPr>
            <a:endParaRPr lang="en-US" sz="2000">
              <a:solidFill>
                <a:srgbClr val="000000"/>
              </a:solidFill>
              <a:latin typeface="Aptos"/>
              <a:cs typeface="Arial"/>
            </a:endParaRPr>
          </a:p>
          <a:p>
            <a:pPr marL="285750" indent="-285750">
              <a:lnSpc>
                <a:spcPct val="90000"/>
              </a:lnSpc>
              <a:spcBef>
                <a:spcPts val="1000"/>
              </a:spcBef>
              <a:buFont typeface="Arial"/>
              <a:buChar char="•"/>
            </a:pPr>
            <a:r>
              <a:rPr lang="en-US" sz="3600">
                <a:solidFill>
                  <a:srgbClr val="000000"/>
                </a:solidFill>
                <a:latin typeface="Aptos"/>
                <a:cs typeface="Arial"/>
              </a:rPr>
              <a:t>Machine unlearning is the process of removing data points from a trained machine learning model without needing to retrain the entire model.</a:t>
            </a:r>
            <a:br>
              <a:rPr lang="en-US"/>
            </a:br>
            <a:endParaRPr lang="en-US" sz="1000">
              <a:solidFill>
                <a:srgbClr val="000000"/>
              </a:solidFill>
              <a:latin typeface="Aptos"/>
              <a:cs typeface="Arial"/>
            </a:endParaRPr>
          </a:p>
          <a:p>
            <a:pPr marL="285750" indent="-285750">
              <a:lnSpc>
                <a:spcPct val="90000"/>
              </a:lnSpc>
              <a:spcBef>
                <a:spcPts val="1000"/>
              </a:spcBef>
              <a:buFont typeface="Arial"/>
              <a:buChar char="•"/>
            </a:pPr>
            <a:r>
              <a:rPr lang="en-US" sz="3600">
                <a:solidFill>
                  <a:srgbClr val="000000"/>
                </a:solidFill>
                <a:latin typeface="Aptos"/>
                <a:cs typeface="Arial"/>
              </a:rPr>
              <a:t>It's vital when models are trained on data that is classified and private that needs to be removed later in the process</a:t>
            </a:r>
            <a:br>
              <a:rPr lang="en-US"/>
            </a:br>
            <a:endParaRPr lang="en-US" sz="1000">
              <a:solidFill>
                <a:srgbClr val="000000"/>
              </a:solidFill>
              <a:latin typeface="Aptos"/>
              <a:cs typeface="Arial"/>
            </a:endParaRPr>
          </a:p>
          <a:p>
            <a:pPr marL="285750" indent="-285750">
              <a:lnSpc>
                <a:spcPct val="90000"/>
              </a:lnSpc>
              <a:spcBef>
                <a:spcPts val="1000"/>
              </a:spcBef>
              <a:buFont typeface="Arial"/>
              <a:buChar char="•"/>
            </a:pPr>
            <a:r>
              <a:rPr lang="en-US" sz="3600">
                <a:solidFill>
                  <a:srgbClr val="000000"/>
                </a:solidFill>
                <a:latin typeface="Aptos"/>
                <a:cs typeface="Arial"/>
              </a:rPr>
              <a:t>However, there are many challenges with this, like maintaining model accuracy, ensuring complete data removal and computational cost. </a:t>
            </a:r>
            <a:br>
              <a:rPr lang="en-US"/>
            </a:br>
            <a:endParaRPr lang="en-US" sz="1000">
              <a:solidFill>
                <a:srgbClr val="000000"/>
              </a:solidFill>
              <a:latin typeface="Aptos"/>
              <a:cs typeface="Arial"/>
            </a:endParaRPr>
          </a:p>
          <a:p>
            <a:pPr marL="285750" indent="-285750">
              <a:lnSpc>
                <a:spcPct val="90000"/>
              </a:lnSpc>
              <a:spcBef>
                <a:spcPts val="1000"/>
              </a:spcBef>
              <a:buFont typeface="Arial"/>
              <a:buChar char="•"/>
            </a:pPr>
            <a:r>
              <a:rPr lang="en-US" sz="3600">
                <a:solidFill>
                  <a:srgbClr val="000000"/>
                </a:solidFill>
                <a:latin typeface="Aptos"/>
                <a:cs typeface="Arial"/>
              </a:rPr>
              <a:t>There's two kinds of unlearning : exact and approximate unlearning</a:t>
            </a:r>
          </a:p>
          <a:p>
            <a:endParaRPr lang="en-US" sz="3600">
              <a:solidFill>
                <a:srgbClr val="003D4C"/>
              </a:solidFill>
              <a:latin typeface="Arial"/>
              <a:cs typeface="Arial"/>
            </a:endParaRPr>
          </a:p>
        </p:txBody>
      </p:sp>
      <p:sp>
        <p:nvSpPr>
          <p:cNvPr id="4" name="Slide Number Placeholder 3">
            <a:extLst>
              <a:ext uri="{FF2B5EF4-FFF2-40B4-BE49-F238E27FC236}">
                <a16:creationId xmlns:a16="http://schemas.microsoft.com/office/drawing/2014/main" id="{342E5C78-3C1D-925E-7492-630E50A990A9}"/>
              </a:ext>
            </a:extLst>
          </p:cNvPr>
          <p:cNvSpPr>
            <a:spLocks noGrp="1"/>
          </p:cNvSpPr>
          <p:nvPr>
            <p:ph type="sldNum" sz="quarter" idx="12"/>
          </p:nvPr>
        </p:nvSpPr>
        <p:spPr>
          <a:xfrm>
            <a:off x="15544306" y="9529197"/>
            <a:ext cx="2133600" cy="365125"/>
          </a:xfrm>
        </p:spPr>
        <p:txBody>
          <a:bodyPr/>
          <a:lstStyle/>
          <a:p>
            <a:fld id="{B6F15528-21DE-4FAA-801E-634DDDAF4B2B}" type="slidenum">
              <a:rPr lang="en-US" smtClean="0"/>
              <a:pPr/>
              <a:t>5</a:t>
            </a:fld>
            <a:endParaRPr lang="en-US"/>
          </a:p>
        </p:txBody>
      </p:sp>
    </p:spTree>
    <p:extLst>
      <p:ext uri="{BB962C8B-B14F-4D97-AF65-F5344CB8AC3E}">
        <p14:creationId xmlns:p14="http://schemas.microsoft.com/office/powerpoint/2010/main" val="686513382"/>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EFE"/>
        </a:solidFill>
        <a:effectLst/>
      </p:bgPr>
    </p:bg>
    <p:spTree>
      <p:nvGrpSpPr>
        <p:cNvPr id="1" name="">
          <a:extLst>
            <a:ext uri="{FF2B5EF4-FFF2-40B4-BE49-F238E27FC236}">
              <a16:creationId xmlns:a16="http://schemas.microsoft.com/office/drawing/2014/main" id="{1C73DE50-672B-D06F-C332-1D97A8B47ECB}"/>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3FD3AFDD-0B7E-C811-A9ED-F0B04D50DE53}"/>
              </a:ext>
            </a:extLst>
          </p:cNvPr>
          <p:cNvSpPr txBox="1"/>
          <p:nvPr/>
        </p:nvSpPr>
        <p:spPr>
          <a:xfrm>
            <a:off x="1264224" y="42333"/>
            <a:ext cx="17170964" cy="1570110"/>
          </a:xfrm>
          <a:prstGeom prst="rect">
            <a:avLst/>
          </a:prstGeom>
        </p:spPr>
        <p:txBody>
          <a:bodyPr wrap="square" lIns="0" tIns="0" rIns="0" bIns="0" rtlCol="0" anchor="t">
            <a:spAutoFit/>
          </a:bodyPr>
          <a:lstStyle/>
          <a:p>
            <a:pPr>
              <a:lnSpc>
                <a:spcPts val="14011"/>
              </a:lnSpc>
            </a:pPr>
            <a:r>
              <a:rPr lang="en-US" sz="7200" b="1" spc="300">
                <a:solidFill>
                  <a:srgbClr val="C00000"/>
                </a:solidFill>
                <a:latin typeface="Univers Condensed"/>
                <a:ea typeface="Univers LT Std 2"/>
                <a:cs typeface="Univers LT Std 2"/>
                <a:sym typeface="Univers LT Std 2"/>
              </a:rPr>
              <a:t>Related Work</a:t>
            </a:r>
            <a:endParaRPr lang="en-US" sz="7200" b="1" spc="300">
              <a:solidFill>
                <a:srgbClr val="C00000"/>
              </a:solidFill>
              <a:latin typeface="Univers Condensed" panose="020B0506020202050204" pitchFamily="34" charset="0"/>
              <a:ea typeface="Univers LT Std 2"/>
              <a:cs typeface="Univers LT Std 2"/>
            </a:endParaRPr>
          </a:p>
        </p:txBody>
      </p:sp>
      <p:sp>
        <p:nvSpPr>
          <p:cNvPr id="7" name="Freeform 7">
            <a:extLst>
              <a:ext uri="{FF2B5EF4-FFF2-40B4-BE49-F238E27FC236}">
                <a16:creationId xmlns:a16="http://schemas.microsoft.com/office/drawing/2014/main" id="{2E9FC756-7E2D-D834-176E-C04584889724}"/>
              </a:ext>
            </a:extLst>
          </p:cNvPr>
          <p:cNvSpPr/>
          <p:nvPr/>
        </p:nvSpPr>
        <p:spPr>
          <a:xfrm>
            <a:off x="15636273" y="392678"/>
            <a:ext cx="2041633" cy="862035"/>
          </a:xfrm>
          <a:custGeom>
            <a:avLst/>
            <a:gdLst/>
            <a:ahLst/>
            <a:cxnLst/>
            <a:rect l="l" t="t" r="r" b="b"/>
            <a:pathLst>
              <a:path w="2041633" h="862035">
                <a:moveTo>
                  <a:pt x="0" y="0"/>
                </a:moveTo>
                <a:lnTo>
                  <a:pt x="2041633" y="0"/>
                </a:lnTo>
                <a:lnTo>
                  <a:pt x="2041633" y="862035"/>
                </a:lnTo>
                <a:lnTo>
                  <a:pt x="0" y="862035"/>
                </a:lnTo>
                <a:lnTo>
                  <a:pt x="0" y="0"/>
                </a:lnTo>
                <a:close/>
              </a:path>
            </a:pathLst>
          </a:custGeom>
          <a:blipFill>
            <a:blip r:embed="rId3"/>
            <a:stretch>
              <a:fillRect l="-9842" t="-32950" r="-9031" b="-148586"/>
            </a:stretch>
          </a:blipFill>
        </p:spPr>
        <p:txBody>
          <a:bodyPr/>
          <a:lstStyle/>
          <a:p>
            <a:endParaRPr lang="en-US"/>
          </a:p>
        </p:txBody>
      </p:sp>
      <p:sp>
        <p:nvSpPr>
          <p:cNvPr id="3" name="TextBox 2">
            <a:extLst>
              <a:ext uri="{FF2B5EF4-FFF2-40B4-BE49-F238E27FC236}">
                <a16:creationId xmlns:a16="http://schemas.microsoft.com/office/drawing/2014/main" id="{1EA296BE-7F27-681B-9FCC-F1276A7EBBD4}"/>
              </a:ext>
            </a:extLst>
          </p:cNvPr>
          <p:cNvSpPr txBox="1"/>
          <p:nvPr/>
        </p:nvSpPr>
        <p:spPr>
          <a:xfrm>
            <a:off x="1267446" y="2036946"/>
            <a:ext cx="12982989" cy="6638740"/>
          </a:xfrm>
          <a:prstGeom prst="rect">
            <a:avLst/>
          </a:prstGeom>
          <a:noFill/>
        </p:spPr>
        <p:txBody>
          <a:bodyPr wrap="square" lIns="91440" tIns="45720" rIns="91440" bIns="45720" anchor="t">
            <a:spAutoFit/>
          </a:bodyPr>
          <a:lstStyle/>
          <a:p>
            <a:r>
              <a:rPr lang="en-US" sz="4200" b="1">
                <a:solidFill>
                  <a:srgbClr val="000000"/>
                </a:solidFill>
                <a:latin typeface="Aptos"/>
                <a:cs typeface="Arial"/>
              </a:rPr>
              <a:t>Uncertainty Quantification</a:t>
            </a:r>
          </a:p>
          <a:p>
            <a:endParaRPr lang="en-US" sz="2000">
              <a:solidFill>
                <a:srgbClr val="000000"/>
              </a:solidFill>
              <a:latin typeface="Aptos"/>
              <a:cs typeface="Arial"/>
            </a:endParaRPr>
          </a:p>
          <a:p>
            <a:pPr marL="571500" indent="-571500">
              <a:buFont typeface="Arial"/>
              <a:buChar char="•"/>
            </a:pPr>
            <a:r>
              <a:rPr lang="en-US" sz="3600">
                <a:solidFill>
                  <a:srgbClr val="000000"/>
                </a:solidFill>
                <a:latin typeface="Aptos"/>
                <a:cs typeface="Arial"/>
              </a:rPr>
              <a:t>Uncertainty Quantification measures how confident a model is in its predictions and turns it into a numerical value or probability. </a:t>
            </a:r>
            <a:endParaRPr lang="en-US" sz="4400">
              <a:solidFill>
                <a:srgbClr val="003D4C"/>
              </a:solidFill>
              <a:latin typeface="Arial"/>
              <a:cs typeface="Arial"/>
            </a:endParaRPr>
          </a:p>
          <a:p>
            <a:pPr marL="571500" indent="-571500">
              <a:lnSpc>
                <a:spcPct val="90000"/>
              </a:lnSpc>
              <a:spcBef>
                <a:spcPts val="1000"/>
              </a:spcBef>
              <a:buFont typeface="Arial"/>
              <a:buChar char="•"/>
            </a:pPr>
            <a:r>
              <a:rPr lang="en-US" sz="3600">
                <a:solidFill>
                  <a:srgbClr val="000000"/>
                </a:solidFill>
                <a:latin typeface="Aptos"/>
                <a:cs typeface="Arial"/>
              </a:rPr>
              <a:t>This is important because it establishes trustworthiness in models which is crucial for industries like healthcare, finance, and autonomous driving. </a:t>
            </a:r>
          </a:p>
          <a:p>
            <a:pPr>
              <a:lnSpc>
                <a:spcPct val="90000"/>
              </a:lnSpc>
              <a:spcBef>
                <a:spcPts val="1000"/>
              </a:spcBef>
            </a:pPr>
            <a:endParaRPr lang="en-US" sz="3600" b="1">
              <a:solidFill>
                <a:srgbClr val="000000"/>
              </a:solidFill>
              <a:latin typeface="Aptos"/>
              <a:cs typeface="Arial"/>
            </a:endParaRPr>
          </a:p>
          <a:p>
            <a:pPr>
              <a:lnSpc>
                <a:spcPct val="90000"/>
              </a:lnSpc>
              <a:spcBef>
                <a:spcPts val="1000"/>
              </a:spcBef>
            </a:pPr>
            <a:r>
              <a:rPr lang="en-US" sz="3600" b="1">
                <a:solidFill>
                  <a:srgbClr val="000000"/>
                </a:solidFill>
                <a:latin typeface="Aptos"/>
                <a:cs typeface="Arial"/>
              </a:rPr>
              <a:t>Key Idea:</a:t>
            </a:r>
            <a:r>
              <a:rPr lang="en-US" sz="3600">
                <a:solidFill>
                  <a:srgbClr val="000000"/>
                </a:solidFill>
                <a:latin typeface="Aptos"/>
                <a:cs typeface="Arial"/>
              </a:rPr>
              <a:t> A good model assigns high confidence to correct predictions and low confidence to uncertain ones.</a:t>
            </a:r>
            <a:endParaRPr lang="en-US"/>
          </a:p>
          <a:p>
            <a:endParaRPr lang="en-US" sz="3600">
              <a:solidFill>
                <a:srgbClr val="003D4C"/>
              </a:solidFill>
              <a:latin typeface="Arial"/>
              <a:cs typeface="Arial"/>
            </a:endParaRPr>
          </a:p>
        </p:txBody>
      </p:sp>
      <p:sp>
        <p:nvSpPr>
          <p:cNvPr id="4" name="Slide Number Placeholder 3">
            <a:extLst>
              <a:ext uri="{FF2B5EF4-FFF2-40B4-BE49-F238E27FC236}">
                <a16:creationId xmlns:a16="http://schemas.microsoft.com/office/drawing/2014/main" id="{D9146ECA-A631-47F2-A02C-A57497674F54}"/>
              </a:ext>
            </a:extLst>
          </p:cNvPr>
          <p:cNvSpPr>
            <a:spLocks noGrp="1"/>
          </p:cNvSpPr>
          <p:nvPr>
            <p:ph type="sldNum" sz="quarter" idx="12"/>
          </p:nvPr>
        </p:nvSpPr>
        <p:spPr>
          <a:xfrm>
            <a:off x="15544306" y="9529197"/>
            <a:ext cx="2133600" cy="365125"/>
          </a:xfrm>
        </p:spPr>
        <p:txBody>
          <a:bodyPr/>
          <a:lstStyle/>
          <a:p>
            <a:fld id="{B6F15528-21DE-4FAA-801E-634DDDAF4B2B}" type="slidenum">
              <a:rPr lang="en-US" smtClean="0"/>
              <a:pPr/>
              <a:t>6</a:t>
            </a:fld>
            <a:endParaRPr lang="en-US"/>
          </a:p>
        </p:txBody>
      </p:sp>
    </p:spTree>
    <p:extLst>
      <p:ext uri="{BB962C8B-B14F-4D97-AF65-F5344CB8AC3E}">
        <p14:creationId xmlns:p14="http://schemas.microsoft.com/office/powerpoint/2010/main" val="7795316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EFE"/>
        </a:solidFill>
        <a:effectLst/>
      </p:bgPr>
    </p:bg>
    <p:spTree>
      <p:nvGrpSpPr>
        <p:cNvPr id="1" name="">
          <a:extLst>
            <a:ext uri="{FF2B5EF4-FFF2-40B4-BE49-F238E27FC236}">
              <a16:creationId xmlns:a16="http://schemas.microsoft.com/office/drawing/2014/main" id="{75FBD23C-CE4C-7220-F54F-9CB643190E5D}"/>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9E44DDDA-7868-27F2-6F68-AB94677D7635}"/>
              </a:ext>
            </a:extLst>
          </p:cNvPr>
          <p:cNvSpPr txBox="1"/>
          <p:nvPr/>
        </p:nvSpPr>
        <p:spPr>
          <a:xfrm>
            <a:off x="1098113" y="0"/>
            <a:ext cx="16363409" cy="1577932"/>
          </a:xfrm>
          <a:prstGeom prst="rect">
            <a:avLst/>
          </a:prstGeom>
        </p:spPr>
        <p:txBody>
          <a:bodyPr wrap="square" lIns="0" tIns="0" rIns="0" bIns="0" rtlCol="0" anchor="t">
            <a:spAutoFit/>
          </a:bodyPr>
          <a:lstStyle/>
          <a:p>
            <a:pPr>
              <a:lnSpc>
                <a:spcPts val="14011"/>
              </a:lnSpc>
            </a:pPr>
            <a:r>
              <a:rPr lang="en-US" sz="7200" b="1" spc="300">
                <a:solidFill>
                  <a:srgbClr val="C00000"/>
                </a:solidFill>
                <a:latin typeface="Univers Condensed" panose="020B0506020202050204" pitchFamily="34" charset="0"/>
                <a:ea typeface="Univers LT Std 2"/>
                <a:cs typeface="Univers LT Std 2"/>
                <a:sym typeface="Univers LT Std 2"/>
              </a:rPr>
              <a:t>Experimental Design</a:t>
            </a:r>
          </a:p>
        </p:txBody>
      </p:sp>
      <p:sp>
        <p:nvSpPr>
          <p:cNvPr id="7" name="Freeform 7">
            <a:extLst>
              <a:ext uri="{FF2B5EF4-FFF2-40B4-BE49-F238E27FC236}">
                <a16:creationId xmlns:a16="http://schemas.microsoft.com/office/drawing/2014/main" id="{0BF75D9D-6E6B-5FF9-55A4-4773F5AC7A30}"/>
              </a:ext>
            </a:extLst>
          </p:cNvPr>
          <p:cNvSpPr/>
          <p:nvPr/>
        </p:nvSpPr>
        <p:spPr>
          <a:xfrm>
            <a:off x="15459685" y="788966"/>
            <a:ext cx="2041633" cy="862035"/>
          </a:xfrm>
          <a:custGeom>
            <a:avLst/>
            <a:gdLst/>
            <a:ahLst/>
            <a:cxnLst/>
            <a:rect l="l" t="t" r="r" b="b"/>
            <a:pathLst>
              <a:path w="2041633" h="862035">
                <a:moveTo>
                  <a:pt x="0" y="0"/>
                </a:moveTo>
                <a:lnTo>
                  <a:pt x="2041633" y="0"/>
                </a:lnTo>
                <a:lnTo>
                  <a:pt x="2041633" y="862035"/>
                </a:lnTo>
                <a:lnTo>
                  <a:pt x="0" y="862035"/>
                </a:lnTo>
                <a:lnTo>
                  <a:pt x="0" y="0"/>
                </a:lnTo>
                <a:close/>
              </a:path>
            </a:pathLst>
          </a:custGeom>
          <a:blipFill>
            <a:blip r:embed="rId3"/>
            <a:stretch>
              <a:fillRect l="-9842" t="-32950" r="-9031" b="-148586"/>
            </a:stretch>
          </a:blipFill>
        </p:spPr>
        <p:txBody>
          <a:bodyPr/>
          <a:lstStyle/>
          <a:p>
            <a:endParaRPr lang="en-US"/>
          </a:p>
        </p:txBody>
      </p:sp>
      <p:sp>
        <p:nvSpPr>
          <p:cNvPr id="3" name="TextBox 2">
            <a:extLst>
              <a:ext uri="{FF2B5EF4-FFF2-40B4-BE49-F238E27FC236}">
                <a16:creationId xmlns:a16="http://schemas.microsoft.com/office/drawing/2014/main" id="{7C96EB6D-D2DA-7CA8-ED70-5CDE0C3DBA03}"/>
              </a:ext>
            </a:extLst>
          </p:cNvPr>
          <p:cNvSpPr txBox="1"/>
          <p:nvPr/>
        </p:nvSpPr>
        <p:spPr>
          <a:xfrm>
            <a:off x="1098112" y="1793529"/>
            <a:ext cx="15361088" cy="5386090"/>
          </a:xfrm>
          <a:prstGeom prst="rect">
            <a:avLst/>
          </a:prstGeom>
          <a:noFill/>
        </p:spPr>
        <p:txBody>
          <a:bodyPr wrap="square" lIns="91440" tIns="45720" rIns="91440" bIns="45720" anchor="t">
            <a:spAutoFit/>
          </a:bodyPr>
          <a:lstStyle/>
          <a:p>
            <a:r>
              <a:rPr lang="en-US" sz="3600" b="0" i="0">
                <a:solidFill>
                  <a:srgbClr val="C00000"/>
                </a:solidFill>
                <a:effectLst/>
                <a:latin typeface="Arial"/>
                <a:cs typeface="Arial"/>
              </a:rPr>
              <a:t>Dataset(s)</a:t>
            </a:r>
          </a:p>
          <a:p>
            <a:endParaRPr lang="en-US" sz="3600">
              <a:solidFill>
                <a:srgbClr val="C00000"/>
              </a:solidFill>
              <a:latin typeface="Arial"/>
              <a:ea typeface="+mn-lt"/>
              <a:cs typeface="Arial"/>
            </a:endParaRPr>
          </a:p>
          <a:p>
            <a:pPr marL="285750" indent="-285750">
              <a:buFont typeface="Arial"/>
              <a:buChar char="•"/>
            </a:pPr>
            <a:r>
              <a:rPr lang="en-US" sz="4000" b="1">
                <a:ea typeface="+mn-lt"/>
                <a:cs typeface="+mn-lt"/>
              </a:rPr>
              <a:t>   CIFAR-10</a:t>
            </a:r>
            <a:r>
              <a:rPr lang="en-US" sz="4000">
                <a:ea typeface="+mn-lt"/>
                <a:cs typeface="+mn-lt"/>
              </a:rPr>
              <a:t> → general image classification benchmark.</a:t>
            </a:r>
            <a:endParaRPr lang="en-US" sz="4000">
              <a:ea typeface="Calibri"/>
              <a:cs typeface="Calibri"/>
            </a:endParaRPr>
          </a:p>
          <a:p>
            <a:endParaRPr lang="en-US" sz="3600">
              <a:solidFill>
                <a:srgbClr val="C00000"/>
              </a:solidFill>
              <a:latin typeface="Arial" panose="020B0604020202020204" pitchFamily="34" charset="0"/>
              <a:ea typeface="Calibri"/>
              <a:cs typeface="Arial" panose="020B0604020202020204" pitchFamily="34" charset="0"/>
            </a:endParaRPr>
          </a:p>
          <a:p>
            <a:pPr marL="571500" indent="-571500" fontAlgn="base">
              <a:buFont typeface="Arial"/>
              <a:buChar char="•"/>
            </a:pPr>
            <a:r>
              <a:rPr lang="en-US" sz="4000"/>
              <a:t>CIFAR-10 dataset: Contains 60000 32x32 color images across 10 different classes. ​There are 50000 images for training and 10000 for testing.​ </a:t>
            </a:r>
            <a:r>
              <a:rPr lang="en-US" sz="4000">
                <a:ea typeface="+mn-lt"/>
                <a:cs typeface="+mn-lt"/>
              </a:rPr>
              <a:t>CIFAR-10 → </a:t>
            </a:r>
            <a:r>
              <a:rPr lang="en-US" sz="4000" b="1">
                <a:ea typeface="+mn-lt"/>
                <a:cs typeface="+mn-lt"/>
              </a:rPr>
              <a:t>RGB (3-channel)</a:t>
            </a:r>
            <a:endParaRPr lang="en-US" sz="4000">
              <a:ea typeface="+mn-lt"/>
              <a:cs typeface="+mn-lt"/>
            </a:endParaRPr>
          </a:p>
          <a:p>
            <a:pPr marL="571500" indent="-571500">
              <a:buFont typeface="Arial"/>
              <a:buChar char="•"/>
            </a:pPr>
            <a:endParaRPr lang="en-US" sz="4000">
              <a:ea typeface="Calibri"/>
              <a:cs typeface="Calibri"/>
            </a:endParaRPr>
          </a:p>
          <a:p>
            <a:endParaRPr lang="en-US" sz="3600">
              <a:solidFill>
                <a:srgbClr val="C00000"/>
              </a:solidFill>
              <a:ea typeface="Calibri"/>
              <a:cs typeface="Calibri"/>
            </a:endParaRPr>
          </a:p>
        </p:txBody>
      </p:sp>
      <p:sp>
        <p:nvSpPr>
          <p:cNvPr id="4" name="Slide Number Placeholder 3">
            <a:extLst>
              <a:ext uri="{FF2B5EF4-FFF2-40B4-BE49-F238E27FC236}">
                <a16:creationId xmlns:a16="http://schemas.microsoft.com/office/drawing/2014/main" id="{696E6AA8-EC62-18A7-E8FD-CD097ED9AD59}"/>
              </a:ext>
            </a:extLst>
          </p:cNvPr>
          <p:cNvSpPr>
            <a:spLocks noGrp="1"/>
          </p:cNvSpPr>
          <p:nvPr>
            <p:ph type="sldNum" sz="quarter" idx="12"/>
          </p:nvPr>
        </p:nvSpPr>
        <p:spPr>
          <a:xfrm>
            <a:off x="15327922" y="9315471"/>
            <a:ext cx="2133600" cy="365125"/>
          </a:xfrm>
        </p:spPr>
        <p:txBody>
          <a:bodyPr/>
          <a:lstStyle/>
          <a:p>
            <a:fld id="{B6F15528-21DE-4FAA-801E-634DDDAF4B2B}" type="slidenum">
              <a:rPr lang="en-US" smtClean="0"/>
              <a:pPr/>
              <a:t>7</a:t>
            </a:fld>
            <a:endParaRPr lang="en-US"/>
          </a:p>
        </p:txBody>
      </p:sp>
    </p:spTree>
    <p:extLst>
      <p:ext uri="{BB962C8B-B14F-4D97-AF65-F5344CB8AC3E}">
        <p14:creationId xmlns:p14="http://schemas.microsoft.com/office/powerpoint/2010/main" val="32541868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EFE"/>
        </a:solidFill>
        <a:effectLst/>
      </p:bgPr>
    </p:bg>
    <p:spTree>
      <p:nvGrpSpPr>
        <p:cNvPr id="1" name="">
          <a:extLst>
            <a:ext uri="{FF2B5EF4-FFF2-40B4-BE49-F238E27FC236}">
              <a16:creationId xmlns:a16="http://schemas.microsoft.com/office/drawing/2014/main" id="{EB624F71-1744-4DAC-DE53-0AA39E52BC47}"/>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629A618F-3344-AE27-18BA-F518CB7594C3}"/>
              </a:ext>
            </a:extLst>
          </p:cNvPr>
          <p:cNvSpPr txBox="1"/>
          <p:nvPr/>
        </p:nvSpPr>
        <p:spPr>
          <a:xfrm>
            <a:off x="1098113" y="0"/>
            <a:ext cx="16363409" cy="1577932"/>
          </a:xfrm>
          <a:prstGeom prst="rect">
            <a:avLst/>
          </a:prstGeom>
        </p:spPr>
        <p:txBody>
          <a:bodyPr wrap="square" lIns="0" tIns="0" rIns="0" bIns="0" rtlCol="0" anchor="t">
            <a:spAutoFit/>
          </a:bodyPr>
          <a:lstStyle/>
          <a:p>
            <a:pPr>
              <a:lnSpc>
                <a:spcPts val="14011"/>
              </a:lnSpc>
            </a:pPr>
            <a:r>
              <a:rPr lang="en-US" sz="7200" b="1" spc="300">
                <a:solidFill>
                  <a:srgbClr val="C00000"/>
                </a:solidFill>
                <a:latin typeface="Univers Condensed" panose="020B0506020202050204" pitchFamily="34" charset="0"/>
                <a:ea typeface="Univers LT Std 2"/>
                <a:cs typeface="Univers LT Std 2"/>
                <a:sym typeface="Univers LT Std 2"/>
              </a:rPr>
              <a:t>Experimental Design</a:t>
            </a:r>
          </a:p>
        </p:txBody>
      </p:sp>
      <p:sp>
        <p:nvSpPr>
          <p:cNvPr id="7" name="Freeform 7">
            <a:extLst>
              <a:ext uri="{FF2B5EF4-FFF2-40B4-BE49-F238E27FC236}">
                <a16:creationId xmlns:a16="http://schemas.microsoft.com/office/drawing/2014/main" id="{4491A71F-9A1D-2636-E626-4C6A841550CC}"/>
              </a:ext>
            </a:extLst>
          </p:cNvPr>
          <p:cNvSpPr/>
          <p:nvPr/>
        </p:nvSpPr>
        <p:spPr>
          <a:xfrm>
            <a:off x="15459685" y="788966"/>
            <a:ext cx="2041633" cy="862035"/>
          </a:xfrm>
          <a:custGeom>
            <a:avLst/>
            <a:gdLst/>
            <a:ahLst/>
            <a:cxnLst/>
            <a:rect l="l" t="t" r="r" b="b"/>
            <a:pathLst>
              <a:path w="2041633" h="862035">
                <a:moveTo>
                  <a:pt x="0" y="0"/>
                </a:moveTo>
                <a:lnTo>
                  <a:pt x="2041633" y="0"/>
                </a:lnTo>
                <a:lnTo>
                  <a:pt x="2041633" y="862035"/>
                </a:lnTo>
                <a:lnTo>
                  <a:pt x="0" y="862035"/>
                </a:lnTo>
                <a:lnTo>
                  <a:pt x="0" y="0"/>
                </a:lnTo>
                <a:close/>
              </a:path>
            </a:pathLst>
          </a:custGeom>
          <a:blipFill>
            <a:blip r:embed="rId3"/>
            <a:stretch>
              <a:fillRect l="-9842" t="-32950" r="-9031" b="-148586"/>
            </a:stretch>
          </a:blipFill>
        </p:spPr>
        <p:txBody>
          <a:bodyPr/>
          <a:lstStyle/>
          <a:p>
            <a:endParaRPr lang="en-US"/>
          </a:p>
        </p:txBody>
      </p:sp>
      <p:sp>
        <p:nvSpPr>
          <p:cNvPr id="3" name="TextBox 2">
            <a:extLst>
              <a:ext uri="{FF2B5EF4-FFF2-40B4-BE49-F238E27FC236}">
                <a16:creationId xmlns:a16="http://schemas.microsoft.com/office/drawing/2014/main" id="{38C45F93-F2DE-C36B-FACD-0934A7B3DE8E}"/>
              </a:ext>
            </a:extLst>
          </p:cNvPr>
          <p:cNvSpPr txBox="1"/>
          <p:nvPr/>
        </p:nvSpPr>
        <p:spPr>
          <a:xfrm>
            <a:off x="1098112" y="1793529"/>
            <a:ext cx="15361088" cy="5078313"/>
          </a:xfrm>
          <a:prstGeom prst="rect">
            <a:avLst/>
          </a:prstGeom>
          <a:noFill/>
        </p:spPr>
        <p:txBody>
          <a:bodyPr wrap="square" lIns="91440" tIns="45720" rIns="91440" bIns="45720" anchor="t">
            <a:spAutoFit/>
          </a:bodyPr>
          <a:lstStyle/>
          <a:p>
            <a:r>
              <a:rPr lang="en-US" sz="3600" b="0" i="0">
                <a:solidFill>
                  <a:srgbClr val="C00000"/>
                </a:solidFill>
                <a:effectLst/>
                <a:latin typeface="Arial"/>
                <a:cs typeface="Arial"/>
              </a:rPr>
              <a:t>Dataset(s)</a:t>
            </a:r>
          </a:p>
          <a:p>
            <a:endParaRPr lang="en-US" sz="3600">
              <a:solidFill>
                <a:srgbClr val="C00000"/>
              </a:solidFill>
              <a:latin typeface="Arial"/>
              <a:ea typeface="+mn-lt"/>
              <a:cs typeface="Arial"/>
            </a:endParaRPr>
          </a:p>
          <a:p>
            <a:pPr marL="285750" indent="-285750">
              <a:buFont typeface="Arial"/>
              <a:buChar char="•"/>
            </a:pPr>
            <a:r>
              <a:rPr lang="en-US" sz="3600" b="1">
                <a:ea typeface="+mn-lt"/>
                <a:cs typeface="+mn-lt"/>
              </a:rPr>
              <a:t>  </a:t>
            </a:r>
            <a:r>
              <a:rPr lang="en-US" sz="3600" b="1" err="1">
                <a:ea typeface="+mn-lt"/>
                <a:cs typeface="+mn-lt"/>
              </a:rPr>
              <a:t>MedMNIST</a:t>
            </a:r>
            <a:r>
              <a:rPr lang="en-US" sz="3600">
                <a:ea typeface="+mn-lt"/>
                <a:cs typeface="+mn-lt"/>
              </a:rPr>
              <a:t> → medical imaging classification where performance impacts real clinical settings.</a:t>
            </a:r>
            <a:endParaRPr lang="en-US" sz="3600">
              <a:ea typeface="Calibri"/>
              <a:cs typeface="Calibri"/>
            </a:endParaRPr>
          </a:p>
          <a:p>
            <a:pPr marL="571500" indent="-571500" fontAlgn="base">
              <a:buFont typeface="Arial"/>
              <a:buChar char="•"/>
            </a:pPr>
            <a:r>
              <a:rPr lang="en-US" sz="3600" err="1"/>
              <a:t>MedMNIST</a:t>
            </a:r>
            <a:r>
              <a:rPr lang="en-US" sz="3600"/>
              <a:t>: Has a collection of 10 pre-processed medical open datasets. These include Pathology, Chest X-Ray, </a:t>
            </a:r>
            <a:r>
              <a:rPr lang="en-US" sz="3600" err="1"/>
              <a:t>Dermatoscope</a:t>
            </a:r>
            <a:r>
              <a:rPr lang="en-US" sz="3600"/>
              <a:t>,  OCT, and Abdominal CTs.​ </a:t>
            </a:r>
            <a:endParaRPr lang="en-US" sz="3600">
              <a:ea typeface="Calibri"/>
              <a:cs typeface="Calibri"/>
            </a:endParaRPr>
          </a:p>
          <a:p>
            <a:pPr marL="571500" indent="-571500">
              <a:buFont typeface="Arial"/>
              <a:buChar char="•"/>
            </a:pPr>
            <a:r>
              <a:rPr lang="en-GB" sz="3600" err="1">
                <a:solidFill>
                  <a:srgbClr val="000000"/>
                </a:solidFill>
                <a:ea typeface="Calibri"/>
                <a:cs typeface="Calibri"/>
              </a:rPr>
              <a:t>DermaMNIST</a:t>
            </a:r>
            <a:r>
              <a:rPr lang="en-GB" sz="3600">
                <a:solidFill>
                  <a:srgbClr val="000000"/>
                </a:solidFill>
                <a:ea typeface="Calibri"/>
                <a:cs typeface="Calibri"/>
              </a:rPr>
              <a:t>: Has 7 classes of 28x28 images, has 10015 images</a:t>
            </a:r>
            <a:r>
              <a:rPr lang="en-US" sz="3600">
                <a:solidFill>
                  <a:srgbClr val="000000"/>
                </a:solidFill>
                <a:ea typeface="Calibri"/>
                <a:cs typeface="Calibri"/>
              </a:rPr>
              <a:t> </a:t>
            </a:r>
          </a:p>
          <a:p>
            <a:pPr marL="571500" indent="-571500">
              <a:buFont typeface="Arial"/>
              <a:buChar char="•"/>
            </a:pPr>
            <a:r>
              <a:rPr lang="en-US" sz="3600" b="1">
                <a:solidFill>
                  <a:srgbClr val="212529"/>
                </a:solidFill>
                <a:ea typeface="Calibri"/>
                <a:cs typeface="Calibri"/>
              </a:rPr>
              <a:t>Data Modality:</a:t>
            </a:r>
            <a:r>
              <a:rPr lang="en-US" sz="3600">
                <a:solidFill>
                  <a:srgbClr val="212529"/>
                </a:solidFill>
                <a:ea typeface="Calibri"/>
                <a:cs typeface="Calibri"/>
              </a:rPr>
              <a:t> </a:t>
            </a:r>
            <a:r>
              <a:rPr lang="en-US" sz="3600" err="1">
                <a:solidFill>
                  <a:srgbClr val="212529"/>
                </a:solidFill>
                <a:ea typeface="+mn-lt"/>
                <a:cs typeface="+mn-lt"/>
              </a:rPr>
              <a:t>Dermatoscope</a:t>
            </a:r>
            <a:endParaRPr lang="en-US" sz="3600" err="1">
              <a:ea typeface="Calibri"/>
              <a:cs typeface="Calibri"/>
            </a:endParaRPr>
          </a:p>
          <a:p>
            <a:endParaRPr lang="en-US" sz="3600">
              <a:solidFill>
                <a:srgbClr val="C00000"/>
              </a:solidFill>
              <a:ea typeface="Calibri"/>
              <a:cs typeface="Calibri"/>
            </a:endParaRPr>
          </a:p>
        </p:txBody>
      </p:sp>
      <p:sp>
        <p:nvSpPr>
          <p:cNvPr id="4" name="Slide Number Placeholder 3">
            <a:extLst>
              <a:ext uri="{FF2B5EF4-FFF2-40B4-BE49-F238E27FC236}">
                <a16:creationId xmlns:a16="http://schemas.microsoft.com/office/drawing/2014/main" id="{266E65CB-9393-B68F-7BE8-274231415EA8}"/>
              </a:ext>
            </a:extLst>
          </p:cNvPr>
          <p:cNvSpPr>
            <a:spLocks noGrp="1"/>
          </p:cNvSpPr>
          <p:nvPr>
            <p:ph type="sldNum" sz="quarter" idx="12"/>
          </p:nvPr>
        </p:nvSpPr>
        <p:spPr>
          <a:xfrm>
            <a:off x="15327922" y="9315471"/>
            <a:ext cx="2133600" cy="365125"/>
          </a:xfrm>
        </p:spPr>
        <p:txBody>
          <a:bodyPr/>
          <a:lstStyle/>
          <a:p>
            <a:fld id="{B6F15528-21DE-4FAA-801E-634DDDAF4B2B}" type="slidenum">
              <a:rPr lang="en-US" smtClean="0"/>
              <a:pPr/>
              <a:t>8</a:t>
            </a:fld>
            <a:endParaRPr lang="en-US"/>
          </a:p>
        </p:txBody>
      </p:sp>
    </p:spTree>
    <p:extLst>
      <p:ext uri="{BB962C8B-B14F-4D97-AF65-F5344CB8AC3E}">
        <p14:creationId xmlns:p14="http://schemas.microsoft.com/office/powerpoint/2010/main" val="27585621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EFE"/>
        </a:solidFill>
        <a:effectLst/>
      </p:bgPr>
    </p:bg>
    <p:spTree>
      <p:nvGrpSpPr>
        <p:cNvPr id="1" name="">
          <a:extLst>
            <a:ext uri="{FF2B5EF4-FFF2-40B4-BE49-F238E27FC236}">
              <a16:creationId xmlns:a16="http://schemas.microsoft.com/office/drawing/2014/main" id="{C8BF8B66-A9F6-04FE-3840-25878F5B26CE}"/>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91AE3EBA-BBDE-FF58-03D7-37DB74F278AC}"/>
              </a:ext>
            </a:extLst>
          </p:cNvPr>
          <p:cNvSpPr txBox="1"/>
          <p:nvPr/>
        </p:nvSpPr>
        <p:spPr>
          <a:xfrm>
            <a:off x="1098113" y="0"/>
            <a:ext cx="16363409" cy="1577932"/>
          </a:xfrm>
          <a:prstGeom prst="rect">
            <a:avLst/>
          </a:prstGeom>
        </p:spPr>
        <p:txBody>
          <a:bodyPr wrap="square" lIns="0" tIns="0" rIns="0" bIns="0" rtlCol="0" anchor="t">
            <a:spAutoFit/>
          </a:bodyPr>
          <a:lstStyle/>
          <a:p>
            <a:pPr>
              <a:lnSpc>
                <a:spcPts val="14011"/>
              </a:lnSpc>
            </a:pPr>
            <a:r>
              <a:rPr lang="en-US" sz="7200" b="1" spc="300">
                <a:solidFill>
                  <a:srgbClr val="C00000"/>
                </a:solidFill>
                <a:latin typeface="Univers Condensed" panose="020B0506020202050204" pitchFamily="34" charset="0"/>
                <a:ea typeface="Univers LT Std 2"/>
                <a:cs typeface="Univers LT Std 2"/>
                <a:sym typeface="Univers LT Std 2"/>
              </a:rPr>
              <a:t>Experimental Design</a:t>
            </a:r>
          </a:p>
        </p:txBody>
      </p:sp>
      <p:sp>
        <p:nvSpPr>
          <p:cNvPr id="7" name="Freeform 7">
            <a:extLst>
              <a:ext uri="{FF2B5EF4-FFF2-40B4-BE49-F238E27FC236}">
                <a16:creationId xmlns:a16="http://schemas.microsoft.com/office/drawing/2014/main" id="{D09FC5A7-3B91-E61A-4273-126E7647EF52}"/>
              </a:ext>
            </a:extLst>
          </p:cNvPr>
          <p:cNvSpPr/>
          <p:nvPr/>
        </p:nvSpPr>
        <p:spPr>
          <a:xfrm>
            <a:off x="15459685" y="788966"/>
            <a:ext cx="2041633" cy="862035"/>
          </a:xfrm>
          <a:custGeom>
            <a:avLst/>
            <a:gdLst/>
            <a:ahLst/>
            <a:cxnLst/>
            <a:rect l="l" t="t" r="r" b="b"/>
            <a:pathLst>
              <a:path w="2041633" h="862035">
                <a:moveTo>
                  <a:pt x="0" y="0"/>
                </a:moveTo>
                <a:lnTo>
                  <a:pt x="2041633" y="0"/>
                </a:lnTo>
                <a:lnTo>
                  <a:pt x="2041633" y="862035"/>
                </a:lnTo>
                <a:lnTo>
                  <a:pt x="0" y="862035"/>
                </a:lnTo>
                <a:lnTo>
                  <a:pt x="0" y="0"/>
                </a:lnTo>
                <a:close/>
              </a:path>
            </a:pathLst>
          </a:custGeom>
          <a:blipFill>
            <a:blip r:embed="rId4"/>
            <a:stretch>
              <a:fillRect l="-9842" t="-32950" r="-9031" b="-148586"/>
            </a:stretch>
          </a:blipFill>
        </p:spPr>
        <p:txBody>
          <a:bodyPr/>
          <a:lstStyle/>
          <a:p>
            <a:endParaRPr lang="en-US"/>
          </a:p>
        </p:txBody>
      </p:sp>
      <p:sp>
        <p:nvSpPr>
          <p:cNvPr id="3" name="TextBox 2">
            <a:extLst>
              <a:ext uri="{FF2B5EF4-FFF2-40B4-BE49-F238E27FC236}">
                <a16:creationId xmlns:a16="http://schemas.microsoft.com/office/drawing/2014/main" id="{C9F427D0-3EE0-F40A-4E23-F8305C3614EA}"/>
              </a:ext>
            </a:extLst>
          </p:cNvPr>
          <p:cNvSpPr txBox="1"/>
          <p:nvPr/>
        </p:nvSpPr>
        <p:spPr>
          <a:xfrm>
            <a:off x="1098112" y="1793529"/>
            <a:ext cx="15361088" cy="5016758"/>
          </a:xfrm>
          <a:prstGeom prst="rect">
            <a:avLst/>
          </a:prstGeom>
          <a:noFill/>
        </p:spPr>
        <p:txBody>
          <a:bodyPr wrap="square" lIns="91440" tIns="45720" rIns="91440" bIns="45720" anchor="t">
            <a:spAutoFit/>
          </a:bodyPr>
          <a:lstStyle/>
          <a:p>
            <a:pPr fontAlgn="base"/>
            <a:r>
              <a:rPr lang="en-US" sz="4000">
                <a:solidFill>
                  <a:srgbClr val="C00000"/>
                </a:solidFill>
                <a:latin typeface="Arial"/>
                <a:cs typeface="Arial"/>
              </a:rPr>
              <a:t>Dataset(s)</a:t>
            </a:r>
          </a:p>
          <a:p>
            <a:endParaRPr lang="en-GB" sz="4400">
              <a:ea typeface="Calibri"/>
              <a:cs typeface="Calibri"/>
            </a:endParaRPr>
          </a:p>
          <a:p>
            <a:pPr marL="571500" indent="-571500">
              <a:buFont typeface="Arial"/>
              <a:buChar char="•"/>
            </a:pPr>
            <a:endParaRPr lang="en-US" sz="4000">
              <a:ea typeface="Calibri"/>
              <a:cs typeface="Calibri"/>
            </a:endParaRPr>
          </a:p>
          <a:p>
            <a:pPr fontAlgn="base"/>
            <a:br>
              <a:rPr lang="en-GB" sz="4000"/>
            </a:br>
            <a:r>
              <a:rPr lang="en-US" sz="4000"/>
              <a:t>​</a:t>
            </a:r>
            <a:endParaRPr lang="en-US" sz="4000">
              <a:ea typeface="Calibri"/>
              <a:cs typeface="Calibri"/>
            </a:endParaRPr>
          </a:p>
          <a:p>
            <a:endParaRPr lang="en-US" sz="4000">
              <a:solidFill>
                <a:srgbClr val="000000"/>
              </a:solidFill>
              <a:latin typeface="Calibri"/>
              <a:ea typeface="Calibri"/>
              <a:cs typeface="Calibri"/>
            </a:endParaRPr>
          </a:p>
          <a:p>
            <a:endParaRPr lang="en-US" sz="3600">
              <a:solidFill>
                <a:srgbClr val="C00000"/>
              </a:solidFill>
              <a:latin typeface="Arial" panose="020B0604020202020204" pitchFamily="34" charset="0"/>
              <a:ea typeface="Calibri"/>
              <a:cs typeface="Arial" panose="020B0604020202020204" pitchFamily="34" charset="0"/>
            </a:endParaRPr>
          </a:p>
          <a:p>
            <a:pPr fontAlgn="base"/>
            <a:endParaRPr lang="en-US" sz="4000">
              <a:ea typeface="Calibri"/>
              <a:cs typeface="Calibri"/>
            </a:endParaRPr>
          </a:p>
        </p:txBody>
      </p:sp>
      <p:sp>
        <p:nvSpPr>
          <p:cNvPr id="4" name="Slide Number Placeholder 3">
            <a:extLst>
              <a:ext uri="{FF2B5EF4-FFF2-40B4-BE49-F238E27FC236}">
                <a16:creationId xmlns:a16="http://schemas.microsoft.com/office/drawing/2014/main" id="{88DFFF4A-30E5-0227-4AE8-48D780E8AD62}"/>
              </a:ext>
            </a:extLst>
          </p:cNvPr>
          <p:cNvSpPr>
            <a:spLocks noGrp="1"/>
          </p:cNvSpPr>
          <p:nvPr>
            <p:ph type="sldNum" sz="quarter" idx="12"/>
          </p:nvPr>
        </p:nvSpPr>
        <p:spPr>
          <a:xfrm>
            <a:off x="15327922" y="9315471"/>
            <a:ext cx="2133600" cy="365125"/>
          </a:xfrm>
        </p:spPr>
        <p:txBody>
          <a:bodyPr/>
          <a:lstStyle/>
          <a:p>
            <a:fld id="{B6F15528-21DE-4FAA-801E-634DDDAF4B2B}" type="slidenum">
              <a:rPr lang="en-US" smtClean="0"/>
              <a:pPr/>
              <a:t>9</a:t>
            </a:fld>
            <a:endParaRPr lang="en-US"/>
          </a:p>
        </p:txBody>
      </p:sp>
      <p:pic>
        <p:nvPicPr>
          <p:cNvPr id="8" name="Picture 7" descr="A collage of different animals&#10;&#10;AI-generated content may be incorrect.">
            <a:extLst>
              <a:ext uri="{FF2B5EF4-FFF2-40B4-BE49-F238E27FC236}">
                <a16:creationId xmlns:a16="http://schemas.microsoft.com/office/drawing/2014/main" id="{751AB17C-FFF9-1F89-7122-A65BA96A2705}"/>
              </a:ext>
            </a:extLst>
          </p:cNvPr>
          <p:cNvPicPr>
            <a:picLocks noChangeAspect="1"/>
          </p:cNvPicPr>
          <p:nvPr/>
        </p:nvPicPr>
        <p:blipFill>
          <a:blip r:embed="rId5"/>
          <a:stretch>
            <a:fillRect/>
          </a:stretch>
        </p:blipFill>
        <p:spPr>
          <a:xfrm>
            <a:off x="9276932" y="3571634"/>
            <a:ext cx="5914379" cy="4506164"/>
          </a:xfrm>
          <a:prstGeom prst="rect">
            <a:avLst/>
          </a:prstGeom>
        </p:spPr>
      </p:pic>
      <p:pic>
        <p:nvPicPr>
          <p:cNvPr id="6" name="Picture 5" descr="A collage of many squares&#10;&#10;AI-generated content may be incorrect.">
            <a:extLst>
              <a:ext uri="{FF2B5EF4-FFF2-40B4-BE49-F238E27FC236}">
                <a16:creationId xmlns:a16="http://schemas.microsoft.com/office/drawing/2014/main" id="{36289B7A-00BE-109F-DEC2-B17A597EF6CB}"/>
              </a:ext>
            </a:extLst>
          </p:cNvPr>
          <p:cNvPicPr>
            <a:picLocks noChangeAspect="1"/>
          </p:cNvPicPr>
          <p:nvPr/>
        </p:nvPicPr>
        <p:blipFill>
          <a:blip r:embed="rId6"/>
          <a:stretch>
            <a:fillRect/>
          </a:stretch>
        </p:blipFill>
        <p:spPr>
          <a:xfrm>
            <a:off x="2227096" y="3929564"/>
            <a:ext cx="5381625" cy="3781425"/>
          </a:xfrm>
          <a:prstGeom prst="rect">
            <a:avLst/>
          </a:prstGeom>
        </p:spPr>
      </p:pic>
      <p:sp>
        <p:nvSpPr>
          <p:cNvPr id="9" name="TextBox 8">
            <a:extLst>
              <a:ext uri="{FF2B5EF4-FFF2-40B4-BE49-F238E27FC236}">
                <a16:creationId xmlns:a16="http://schemas.microsoft.com/office/drawing/2014/main" id="{E628D900-E146-FFC3-AFBA-E837E4B6482E}"/>
              </a:ext>
            </a:extLst>
          </p:cNvPr>
          <p:cNvSpPr txBox="1"/>
          <p:nvPr/>
        </p:nvSpPr>
        <p:spPr>
          <a:xfrm>
            <a:off x="2843629" y="3159588"/>
            <a:ext cx="372380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3200">
                <a:ea typeface="Calibri"/>
                <a:cs typeface="Calibri"/>
              </a:rPr>
              <a:t>    DERMAMNIST</a:t>
            </a:r>
            <a:endParaRPr lang="en-GB" sz="3200"/>
          </a:p>
        </p:txBody>
      </p:sp>
      <p:sp>
        <p:nvSpPr>
          <p:cNvPr id="10" name="TextBox 9">
            <a:extLst>
              <a:ext uri="{FF2B5EF4-FFF2-40B4-BE49-F238E27FC236}">
                <a16:creationId xmlns:a16="http://schemas.microsoft.com/office/drawing/2014/main" id="{43779DCF-207B-B982-063C-586A4809927E}"/>
              </a:ext>
            </a:extLst>
          </p:cNvPr>
          <p:cNvSpPr txBox="1"/>
          <p:nvPr/>
        </p:nvSpPr>
        <p:spPr>
          <a:xfrm>
            <a:off x="11137802" y="2974423"/>
            <a:ext cx="2583622"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3200">
                <a:ea typeface="Calibri"/>
                <a:cs typeface="Calibri"/>
              </a:rPr>
              <a:t>    CIFAR-10</a:t>
            </a:r>
          </a:p>
        </p:txBody>
      </p:sp>
    </p:spTree>
    <p:extLst>
      <p:ext uri="{BB962C8B-B14F-4D97-AF65-F5344CB8AC3E}">
        <p14:creationId xmlns:p14="http://schemas.microsoft.com/office/powerpoint/2010/main" val="3716451790"/>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EFE"/>
        </a:solidFill>
        <a:effectLst/>
      </p:bgPr>
    </p:bg>
    <p:spTree>
      <p:nvGrpSpPr>
        <p:cNvPr id="1" name="">
          <a:extLst>
            <a:ext uri="{FF2B5EF4-FFF2-40B4-BE49-F238E27FC236}">
              <a16:creationId xmlns:a16="http://schemas.microsoft.com/office/drawing/2014/main" id="{38A64E0F-8303-4801-DA84-A4BF7612CA75}"/>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CC020B0C-60C5-3E3B-FA1D-906E692E1B1F}"/>
              </a:ext>
            </a:extLst>
          </p:cNvPr>
          <p:cNvSpPr txBox="1"/>
          <p:nvPr/>
        </p:nvSpPr>
        <p:spPr>
          <a:xfrm>
            <a:off x="1098113" y="0"/>
            <a:ext cx="16363409" cy="1577932"/>
          </a:xfrm>
          <a:prstGeom prst="rect">
            <a:avLst/>
          </a:prstGeom>
        </p:spPr>
        <p:txBody>
          <a:bodyPr wrap="square" lIns="0" tIns="0" rIns="0" bIns="0" rtlCol="0" anchor="t">
            <a:spAutoFit/>
          </a:bodyPr>
          <a:lstStyle/>
          <a:p>
            <a:pPr>
              <a:lnSpc>
                <a:spcPts val="14011"/>
              </a:lnSpc>
            </a:pPr>
            <a:r>
              <a:rPr lang="en-US" sz="7200" b="1" spc="300">
                <a:solidFill>
                  <a:srgbClr val="C00000"/>
                </a:solidFill>
                <a:latin typeface="Univers Condensed"/>
                <a:ea typeface="Univers LT Std 2"/>
                <a:cs typeface="Univers LT Std 2"/>
                <a:sym typeface="Univers LT Std 2"/>
              </a:rPr>
              <a:t>Experimental Design</a:t>
            </a:r>
          </a:p>
        </p:txBody>
      </p:sp>
      <p:sp>
        <p:nvSpPr>
          <p:cNvPr id="7" name="Freeform 7">
            <a:extLst>
              <a:ext uri="{FF2B5EF4-FFF2-40B4-BE49-F238E27FC236}">
                <a16:creationId xmlns:a16="http://schemas.microsoft.com/office/drawing/2014/main" id="{9C272970-E328-F221-D2F4-E5A0F943A846}"/>
              </a:ext>
            </a:extLst>
          </p:cNvPr>
          <p:cNvSpPr/>
          <p:nvPr/>
        </p:nvSpPr>
        <p:spPr>
          <a:xfrm>
            <a:off x="15459685" y="788966"/>
            <a:ext cx="2041633" cy="862035"/>
          </a:xfrm>
          <a:custGeom>
            <a:avLst/>
            <a:gdLst/>
            <a:ahLst/>
            <a:cxnLst/>
            <a:rect l="l" t="t" r="r" b="b"/>
            <a:pathLst>
              <a:path w="2041633" h="862035">
                <a:moveTo>
                  <a:pt x="0" y="0"/>
                </a:moveTo>
                <a:lnTo>
                  <a:pt x="2041633" y="0"/>
                </a:lnTo>
                <a:lnTo>
                  <a:pt x="2041633" y="862035"/>
                </a:lnTo>
                <a:lnTo>
                  <a:pt x="0" y="862035"/>
                </a:lnTo>
                <a:lnTo>
                  <a:pt x="0" y="0"/>
                </a:lnTo>
                <a:close/>
              </a:path>
            </a:pathLst>
          </a:custGeom>
          <a:blipFill>
            <a:blip r:embed="rId4"/>
            <a:stretch>
              <a:fillRect l="-9842" t="-32950" r="-9031" b="-148586"/>
            </a:stretch>
          </a:blipFill>
        </p:spPr>
        <p:txBody>
          <a:bodyPr/>
          <a:lstStyle/>
          <a:p>
            <a:endParaRPr lang="en-US"/>
          </a:p>
        </p:txBody>
      </p:sp>
      <p:sp>
        <p:nvSpPr>
          <p:cNvPr id="4" name="Slide Number Placeholder 3">
            <a:extLst>
              <a:ext uri="{FF2B5EF4-FFF2-40B4-BE49-F238E27FC236}">
                <a16:creationId xmlns:a16="http://schemas.microsoft.com/office/drawing/2014/main" id="{59170777-1296-D90A-C2B6-75D76239EE7D}"/>
              </a:ext>
            </a:extLst>
          </p:cNvPr>
          <p:cNvSpPr>
            <a:spLocks noGrp="1"/>
          </p:cNvSpPr>
          <p:nvPr>
            <p:ph type="sldNum" sz="quarter" idx="12"/>
          </p:nvPr>
        </p:nvSpPr>
        <p:spPr>
          <a:xfrm>
            <a:off x="15327922" y="9315471"/>
            <a:ext cx="2133600" cy="365125"/>
          </a:xfrm>
        </p:spPr>
        <p:txBody>
          <a:bodyPr/>
          <a:lstStyle/>
          <a:p>
            <a:fld id="{B6F15528-21DE-4FAA-801E-634DDDAF4B2B}" type="slidenum">
              <a:rPr lang="en-US" smtClean="0"/>
              <a:pPr/>
              <a:t>10</a:t>
            </a:fld>
            <a:endParaRPr lang="en-US"/>
          </a:p>
        </p:txBody>
      </p:sp>
      <p:sp>
        <p:nvSpPr>
          <p:cNvPr id="8" name="TextBox 7">
            <a:extLst>
              <a:ext uri="{FF2B5EF4-FFF2-40B4-BE49-F238E27FC236}">
                <a16:creationId xmlns:a16="http://schemas.microsoft.com/office/drawing/2014/main" id="{C6978FC5-0BAC-417E-B780-79FF842FA50A}"/>
              </a:ext>
            </a:extLst>
          </p:cNvPr>
          <p:cNvSpPr txBox="1"/>
          <p:nvPr/>
        </p:nvSpPr>
        <p:spPr>
          <a:xfrm>
            <a:off x="913439" y="6817614"/>
            <a:ext cx="9144000" cy="646331"/>
          </a:xfrm>
          <a:prstGeom prst="rect">
            <a:avLst/>
          </a:prstGeom>
          <a:noFill/>
        </p:spPr>
        <p:txBody>
          <a:bodyPr wrap="square">
            <a:spAutoFit/>
          </a:bodyPr>
          <a:lstStyle/>
          <a:p>
            <a:r>
              <a:rPr lang="en-US" sz="3600" b="0" i="0">
                <a:solidFill>
                  <a:srgbClr val="C00000"/>
                </a:solidFill>
                <a:effectLst/>
                <a:latin typeface="Arial" panose="020B0604020202020204" pitchFamily="34" charset="0"/>
                <a:cs typeface="Arial" panose="020B0604020202020204" pitchFamily="34" charset="0"/>
              </a:rPr>
              <a:t>Evaluation Metrics</a:t>
            </a:r>
            <a:endParaRPr lang="en-US" sz="3600">
              <a:solidFill>
                <a:srgbClr val="C00000"/>
              </a:solidFill>
            </a:endParaRPr>
          </a:p>
        </p:txBody>
      </p:sp>
      <p:sp>
        <p:nvSpPr>
          <p:cNvPr id="5" name="TextBox 4">
            <a:extLst>
              <a:ext uri="{FF2B5EF4-FFF2-40B4-BE49-F238E27FC236}">
                <a16:creationId xmlns:a16="http://schemas.microsoft.com/office/drawing/2014/main" id="{B9B5A771-84C5-D494-3473-59FA7D84E37D}"/>
              </a:ext>
            </a:extLst>
          </p:cNvPr>
          <p:cNvSpPr txBox="1"/>
          <p:nvPr/>
        </p:nvSpPr>
        <p:spPr>
          <a:xfrm>
            <a:off x="1035312" y="2818857"/>
            <a:ext cx="9144000" cy="646331"/>
          </a:xfrm>
          <a:prstGeom prst="rect">
            <a:avLst/>
          </a:prstGeom>
          <a:noFill/>
        </p:spPr>
        <p:txBody>
          <a:bodyPr wrap="square" lIns="91440" tIns="45720" rIns="91440" bIns="45720" anchor="t">
            <a:spAutoFit/>
          </a:bodyPr>
          <a:lstStyle/>
          <a:p>
            <a:r>
              <a:rPr lang="en-US" sz="3600">
                <a:solidFill>
                  <a:srgbClr val="C00000"/>
                </a:solidFill>
                <a:ea typeface="+mn-lt"/>
                <a:cs typeface="+mn-lt"/>
              </a:rPr>
              <a:t>Techniques </a:t>
            </a:r>
            <a:r>
              <a:rPr lang="en-US" sz="3600">
                <a:solidFill>
                  <a:srgbClr val="C00000"/>
                </a:solidFill>
                <a:latin typeface="Arial"/>
                <a:cs typeface="Arial"/>
              </a:rPr>
              <a:t>compared</a:t>
            </a:r>
            <a:r>
              <a:rPr lang="en-US" sz="3600" b="0" i="0">
                <a:solidFill>
                  <a:srgbClr val="C00000"/>
                </a:solidFill>
                <a:effectLst/>
                <a:latin typeface="Arial"/>
                <a:cs typeface="Arial"/>
              </a:rPr>
              <a:t>:</a:t>
            </a:r>
            <a:endParaRPr lang="en-US" sz="3600">
              <a:solidFill>
                <a:srgbClr val="C00000"/>
              </a:solidFill>
              <a:latin typeface="Calibri"/>
              <a:ea typeface="Calibri"/>
              <a:cs typeface="Calibri"/>
            </a:endParaRPr>
          </a:p>
        </p:txBody>
      </p:sp>
      <p:sp>
        <p:nvSpPr>
          <p:cNvPr id="3" name="TextBox 2">
            <a:extLst>
              <a:ext uri="{FF2B5EF4-FFF2-40B4-BE49-F238E27FC236}">
                <a16:creationId xmlns:a16="http://schemas.microsoft.com/office/drawing/2014/main" id="{227C8312-2D6E-4EA2-0F7E-32648FEF45C4}"/>
              </a:ext>
            </a:extLst>
          </p:cNvPr>
          <p:cNvSpPr txBox="1"/>
          <p:nvPr/>
        </p:nvSpPr>
        <p:spPr>
          <a:xfrm>
            <a:off x="1064782" y="7469715"/>
            <a:ext cx="16371095" cy="20621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3200" b="1">
                <a:ea typeface="+mn-lt"/>
                <a:cs typeface="+mn-lt"/>
              </a:rPr>
              <a:t>Accuracy</a:t>
            </a:r>
            <a:r>
              <a:rPr lang="en-US" sz="3200">
                <a:ea typeface="+mn-lt"/>
                <a:cs typeface="+mn-lt"/>
              </a:rPr>
              <a:t> (for classification and unlearning performance)</a:t>
            </a:r>
            <a:endParaRPr lang="en-US" sz="3200">
              <a:ea typeface="Calibri"/>
              <a:cs typeface="Calibri"/>
            </a:endParaRPr>
          </a:p>
          <a:p>
            <a:pPr marL="285750" indent="-285750">
              <a:buFont typeface="Arial"/>
              <a:buChar char="•"/>
            </a:pPr>
            <a:r>
              <a:rPr lang="en-US" sz="3200" b="1">
                <a:ea typeface="+mn-lt"/>
                <a:cs typeface="+mn-lt"/>
              </a:rPr>
              <a:t>Expected Calibration Error </a:t>
            </a:r>
            <a:r>
              <a:rPr lang="en-US" sz="3200">
                <a:ea typeface="+mn-lt"/>
                <a:cs typeface="+mn-lt"/>
              </a:rPr>
              <a:t>(Measures the confidence of a model)</a:t>
            </a:r>
            <a:endParaRPr lang="en-US" sz="3200">
              <a:ea typeface="Calibri"/>
              <a:cs typeface="Calibri"/>
            </a:endParaRPr>
          </a:p>
          <a:p>
            <a:pPr marL="285750" indent="-285750">
              <a:buFont typeface="Arial"/>
              <a:buChar char="•"/>
            </a:pPr>
            <a:r>
              <a:rPr lang="en-US" sz="3200" b="1">
                <a:ea typeface="+mn-lt"/>
                <a:cs typeface="+mn-lt"/>
              </a:rPr>
              <a:t>Brier Score</a:t>
            </a:r>
            <a:r>
              <a:rPr lang="en-US" sz="3200">
                <a:ea typeface="+mn-lt"/>
                <a:cs typeface="+mn-lt"/>
              </a:rPr>
              <a:t> (measures calibration + prediction quality)</a:t>
            </a:r>
            <a:endParaRPr lang="en-US" sz="3200">
              <a:ea typeface="Calibri"/>
              <a:cs typeface="Calibri"/>
            </a:endParaRPr>
          </a:p>
          <a:p>
            <a:pPr marL="285750" indent="-285750">
              <a:buFont typeface="Arial"/>
              <a:buChar char="•"/>
            </a:pPr>
            <a:r>
              <a:rPr lang="en-US" sz="3200" b="1">
                <a:ea typeface="+mn-lt"/>
                <a:cs typeface="+mn-lt"/>
              </a:rPr>
              <a:t>Prediction Time</a:t>
            </a:r>
            <a:r>
              <a:rPr lang="en-US" sz="3200">
                <a:ea typeface="+mn-lt"/>
                <a:cs typeface="+mn-lt"/>
              </a:rPr>
              <a:t> (for unlearning performance)</a:t>
            </a:r>
            <a:endParaRPr lang="en-US" sz="3200">
              <a:ea typeface="Calibri"/>
              <a:cs typeface="Calibri"/>
            </a:endParaRPr>
          </a:p>
        </p:txBody>
      </p:sp>
      <p:sp>
        <p:nvSpPr>
          <p:cNvPr id="6" name="TextBox 5">
            <a:extLst>
              <a:ext uri="{FF2B5EF4-FFF2-40B4-BE49-F238E27FC236}">
                <a16:creationId xmlns:a16="http://schemas.microsoft.com/office/drawing/2014/main" id="{A9C02292-3E1A-A8A9-3F00-6FA9416338B7}"/>
              </a:ext>
            </a:extLst>
          </p:cNvPr>
          <p:cNvSpPr txBox="1"/>
          <p:nvPr/>
        </p:nvSpPr>
        <p:spPr>
          <a:xfrm>
            <a:off x="1184177" y="3466579"/>
            <a:ext cx="16608734"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ea typeface="+mn-lt"/>
                <a:cs typeface="+mn-lt"/>
              </a:rPr>
              <a:t>Unlearning Methods: </a:t>
            </a:r>
            <a:r>
              <a:rPr lang="en-US" sz="3200">
                <a:ea typeface="+mn-lt"/>
                <a:cs typeface="+mn-lt"/>
              </a:rPr>
              <a:t>SISA, First-Order, and Fine-Tuning.</a:t>
            </a:r>
            <a:br>
              <a:rPr lang="en-US" sz="3200">
                <a:ea typeface="+mn-lt"/>
                <a:cs typeface="+mn-lt"/>
              </a:rPr>
            </a:br>
            <a:r>
              <a:rPr lang="en-US" sz="3200" b="1">
                <a:ea typeface="+mn-lt"/>
                <a:cs typeface="+mn-lt"/>
              </a:rPr>
              <a:t>Uncertainty Quantification Techniques:</a:t>
            </a:r>
            <a:endParaRPr lang="en-US" sz="3200" b="1">
              <a:ea typeface="Calibri"/>
              <a:cs typeface="Calibri"/>
            </a:endParaRPr>
          </a:p>
          <a:p>
            <a:pPr marL="457200" indent="-457200">
              <a:buFont typeface="Arial"/>
              <a:buChar char="•"/>
            </a:pPr>
            <a:r>
              <a:rPr lang="en-US" sz="3200">
                <a:ea typeface="+mn-lt"/>
                <a:cs typeface="+mn-lt"/>
              </a:rPr>
              <a:t>Deep Ensembles</a:t>
            </a:r>
            <a:endParaRPr lang="en-US" sz="3200" b="1">
              <a:ea typeface="+mn-lt"/>
              <a:cs typeface="+mn-lt"/>
            </a:endParaRPr>
          </a:p>
          <a:p>
            <a:pPr marL="457200" indent="-457200">
              <a:buFont typeface="Arial"/>
              <a:buChar char="•"/>
            </a:pPr>
            <a:r>
              <a:rPr lang="en-US" sz="3200" err="1">
                <a:ea typeface="+mn-lt"/>
                <a:cs typeface="+mn-lt"/>
              </a:rPr>
              <a:t>Softmax</a:t>
            </a:r>
            <a:endParaRPr lang="en-US" sz="3200">
              <a:ea typeface="+mn-lt"/>
              <a:cs typeface="+mn-lt"/>
            </a:endParaRPr>
          </a:p>
          <a:p>
            <a:pPr marL="457200" indent="-457200">
              <a:buFont typeface="Arial"/>
              <a:buChar char="•"/>
            </a:pPr>
            <a:r>
              <a:rPr lang="en-US" sz="3200">
                <a:ea typeface="+mn-lt"/>
                <a:cs typeface="+mn-lt"/>
              </a:rPr>
              <a:t>Temperature Scaling</a:t>
            </a:r>
          </a:p>
          <a:p>
            <a:pPr marL="457200" indent="-457200">
              <a:buFont typeface="Arial"/>
              <a:buChar char="•"/>
            </a:pPr>
            <a:r>
              <a:rPr lang="en-US" sz="3200">
                <a:ea typeface="+mn-lt"/>
                <a:cs typeface="+mn-lt"/>
              </a:rPr>
              <a:t>Monte Carlo Dropout</a:t>
            </a:r>
          </a:p>
        </p:txBody>
      </p:sp>
      <p:sp>
        <p:nvSpPr>
          <p:cNvPr id="9" name="TextBox 8">
            <a:extLst>
              <a:ext uri="{FF2B5EF4-FFF2-40B4-BE49-F238E27FC236}">
                <a16:creationId xmlns:a16="http://schemas.microsoft.com/office/drawing/2014/main" id="{39B0AF6D-F4AC-3118-B7E7-924E48431DC7}"/>
              </a:ext>
            </a:extLst>
          </p:cNvPr>
          <p:cNvSpPr txBox="1"/>
          <p:nvPr/>
        </p:nvSpPr>
        <p:spPr>
          <a:xfrm>
            <a:off x="1006266" y="1948356"/>
            <a:ext cx="16242030"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latin typeface="Calibri"/>
              </a:rPr>
              <a:t>We use a Convolutional</a:t>
            </a:r>
            <a:r>
              <a:rPr lang="en-US" sz="3200" b="1" baseline="0">
                <a:latin typeface="Calibri"/>
              </a:rPr>
              <a:t> Neural Network (CNN) as the backbone model for all experiments.</a:t>
            </a:r>
            <a:endParaRPr lang="en-US" b="1">
              <a:ea typeface="Calibri"/>
              <a:cs typeface="Calibri"/>
            </a:endParaRPr>
          </a:p>
          <a:p>
            <a:pPr algn="ctr"/>
            <a:endParaRPr lang="en-US" b="1">
              <a:ea typeface="Calibri"/>
              <a:cs typeface="Calibri"/>
            </a:endParaRPr>
          </a:p>
        </p:txBody>
      </p:sp>
    </p:spTree>
    <p:extLst>
      <p:ext uri="{BB962C8B-B14F-4D97-AF65-F5344CB8AC3E}">
        <p14:creationId xmlns:p14="http://schemas.microsoft.com/office/powerpoint/2010/main" val="1695331701"/>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EFE"/>
        </a:solidFill>
        <a:effectLst/>
      </p:bgPr>
    </p:bg>
    <p:spTree>
      <p:nvGrpSpPr>
        <p:cNvPr id="1" name="">
          <a:extLst>
            <a:ext uri="{FF2B5EF4-FFF2-40B4-BE49-F238E27FC236}">
              <a16:creationId xmlns:a16="http://schemas.microsoft.com/office/drawing/2014/main" id="{0EDA8BA3-388E-48F5-9EDA-2B7B4147804D}"/>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24E0047C-7EA3-E533-91E5-FFEC4668A215}"/>
              </a:ext>
            </a:extLst>
          </p:cNvPr>
          <p:cNvSpPr txBox="1"/>
          <p:nvPr/>
        </p:nvSpPr>
        <p:spPr>
          <a:xfrm>
            <a:off x="1098113" y="0"/>
            <a:ext cx="16363409" cy="1551515"/>
          </a:xfrm>
          <a:prstGeom prst="rect">
            <a:avLst/>
          </a:prstGeom>
        </p:spPr>
        <p:txBody>
          <a:bodyPr wrap="square" lIns="0" tIns="0" rIns="0" bIns="0" rtlCol="0" anchor="t">
            <a:spAutoFit/>
          </a:bodyPr>
          <a:lstStyle/>
          <a:p>
            <a:pPr>
              <a:lnSpc>
                <a:spcPts val="14011"/>
              </a:lnSpc>
            </a:pPr>
            <a:r>
              <a:rPr lang="en-US" sz="6600" b="1" spc="300">
                <a:solidFill>
                  <a:srgbClr val="C00000"/>
                </a:solidFill>
                <a:latin typeface="Univers Condensed"/>
                <a:ea typeface="Univers LT Std 2"/>
                <a:cs typeface="Univers LT Std 2"/>
                <a:sym typeface="Univers LT Std 2"/>
              </a:rPr>
              <a:t>Experimental Design</a:t>
            </a:r>
          </a:p>
        </p:txBody>
      </p:sp>
      <p:sp>
        <p:nvSpPr>
          <p:cNvPr id="7" name="Freeform 7">
            <a:extLst>
              <a:ext uri="{FF2B5EF4-FFF2-40B4-BE49-F238E27FC236}">
                <a16:creationId xmlns:a16="http://schemas.microsoft.com/office/drawing/2014/main" id="{0242BF2F-609D-5888-A9AE-2BC4FFBB0E41}"/>
              </a:ext>
            </a:extLst>
          </p:cNvPr>
          <p:cNvSpPr/>
          <p:nvPr/>
        </p:nvSpPr>
        <p:spPr>
          <a:xfrm>
            <a:off x="15748566" y="513347"/>
            <a:ext cx="2041633" cy="862035"/>
          </a:xfrm>
          <a:custGeom>
            <a:avLst/>
            <a:gdLst/>
            <a:ahLst/>
            <a:cxnLst/>
            <a:rect l="l" t="t" r="r" b="b"/>
            <a:pathLst>
              <a:path w="2041633" h="862035">
                <a:moveTo>
                  <a:pt x="0" y="0"/>
                </a:moveTo>
                <a:lnTo>
                  <a:pt x="2041633" y="0"/>
                </a:lnTo>
                <a:lnTo>
                  <a:pt x="2041633" y="862035"/>
                </a:lnTo>
                <a:lnTo>
                  <a:pt x="0" y="862035"/>
                </a:lnTo>
                <a:lnTo>
                  <a:pt x="0" y="0"/>
                </a:lnTo>
                <a:close/>
              </a:path>
            </a:pathLst>
          </a:custGeom>
          <a:blipFill>
            <a:blip r:embed="rId4"/>
            <a:stretch>
              <a:fillRect l="-9842" t="-32950" r="-9031" b="-148586"/>
            </a:stretch>
          </a:blipFill>
        </p:spPr>
        <p:txBody>
          <a:bodyPr/>
          <a:lstStyle/>
          <a:p>
            <a:endParaRPr lang="en-US"/>
          </a:p>
        </p:txBody>
      </p:sp>
      <p:sp>
        <p:nvSpPr>
          <p:cNvPr id="4" name="Slide Number Placeholder 3">
            <a:extLst>
              <a:ext uri="{FF2B5EF4-FFF2-40B4-BE49-F238E27FC236}">
                <a16:creationId xmlns:a16="http://schemas.microsoft.com/office/drawing/2014/main" id="{0AD118B1-24DE-B5A2-A42B-8F4535600937}"/>
              </a:ext>
            </a:extLst>
          </p:cNvPr>
          <p:cNvSpPr>
            <a:spLocks noGrp="1"/>
          </p:cNvSpPr>
          <p:nvPr>
            <p:ph type="sldNum" sz="quarter" idx="12"/>
          </p:nvPr>
        </p:nvSpPr>
        <p:spPr>
          <a:xfrm>
            <a:off x="15656599" y="9408528"/>
            <a:ext cx="2133600" cy="365125"/>
          </a:xfrm>
        </p:spPr>
        <p:txBody>
          <a:bodyPr/>
          <a:lstStyle/>
          <a:p>
            <a:fld id="{B6F15528-21DE-4FAA-801E-634DDDAF4B2B}" type="slidenum">
              <a:rPr lang="en-US" smtClean="0"/>
              <a:pPr/>
              <a:t>11</a:t>
            </a:fld>
            <a:endParaRPr lang="en-US"/>
          </a:p>
        </p:txBody>
      </p:sp>
      <p:sp>
        <p:nvSpPr>
          <p:cNvPr id="5" name="TextBox 8">
            <a:extLst>
              <a:ext uri="{FF2B5EF4-FFF2-40B4-BE49-F238E27FC236}">
                <a16:creationId xmlns:a16="http://schemas.microsoft.com/office/drawing/2014/main" id="{9C85F91F-B62B-13D5-4705-A65A1E9BD9D2}"/>
              </a:ext>
            </a:extLst>
          </p:cNvPr>
          <p:cNvSpPr txBox="1"/>
          <p:nvPr/>
        </p:nvSpPr>
        <p:spPr>
          <a:xfrm>
            <a:off x="1114548" y="2797971"/>
            <a:ext cx="9144000" cy="64633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600" b="0" i="0">
                <a:solidFill>
                  <a:srgbClr val="C00000"/>
                </a:solidFill>
                <a:effectLst/>
                <a:latin typeface="Arial" panose="020B0604020202020204" pitchFamily="34" charset="0"/>
                <a:cs typeface="Arial" panose="020B0604020202020204" pitchFamily="34" charset="0"/>
              </a:rPr>
              <a:t>Statistical test:</a:t>
            </a:r>
            <a:endParaRPr lang="en-US" sz="3600">
              <a:solidFill>
                <a:srgbClr val="C00000"/>
              </a:solidFill>
            </a:endParaRPr>
          </a:p>
        </p:txBody>
      </p:sp>
      <p:sp>
        <p:nvSpPr>
          <p:cNvPr id="8" name="TextBox 7">
            <a:extLst>
              <a:ext uri="{FF2B5EF4-FFF2-40B4-BE49-F238E27FC236}">
                <a16:creationId xmlns:a16="http://schemas.microsoft.com/office/drawing/2014/main" id="{EE5BD9B0-1F31-F05B-1CC2-ACB0DF97EFDC}"/>
              </a:ext>
            </a:extLst>
          </p:cNvPr>
          <p:cNvSpPr txBox="1"/>
          <p:nvPr/>
        </p:nvSpPr>
        <p:spPr>
          <a:xfrm>
            <a:off x="1129520" y="3451060"/>
            <a:ext cx="16451188" cy="21852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3400">
                <a:ea typeface="+mn-lt"/>
                <a:cs typeface="+mn-lt"/>
              </a:rPr>
              <a:t>We use a </a:t>
            </a:r>
            <a:r>
              <a:rPr lang="en-US" sz="3400" b="1">
                <a:ea typeface="+mn-lt"/>
                <a:cs typeface="+mn-lt"/>
              </a:rPr>
              <a:t>simple comparison test</a:t>
            </a:r>
            <a:r>
              <a:rPr lang="en-US" sz="3400">
                <a:ea typeface="+mn-lt"/>
                <a:cs typeface="+mn-lt"/>
              </a:rPr>
              <a:t> across repeated runs to see whether the changes, after applying each unlearning method, are real or just due to randomness.</a:t>
            </a:r>
            <a:endParaRPr lang="en-US" sz="3400">
              <a:ea typeface="Calibri"/>
              <a:cs typeface="Calibri"/>
            </a:endParaRPr>
          </a:p>
          <a:p>
            <a:pPr marL="285750" indent="-285750">
              <a:buFont typeface="Arial"/>
              <a:buChar char="•"/>
            </a:pPr>
            <a:r>
              <a:rPr lang="en-US" sz="3400">
                <a:ea typeface="+mn-lt"/>
                <a:cs typeface="+mn-lt"/>
              </a:rPr>
              <a:t>This test is done </a:t>
            </a:r>
            <a:r>
              <a:rPr lang="en-US" sz="3400" b="1">
                <a:ea typeface="+mn-lt"/>
                <a:cs typeface="+mn-lt"/>
              </a:rPr>
              <a:t>separately for each dataset, each unlearning method, and uncertainty quantification method.</a:t>
            </a:r>
            <a:endParaRPr lang="en-US" sz="3400">
              <a:ea typeface="+mn-lt"/>
              <a:cs typeface="+mn-lt"/>
            </a:endParaRPr>
          </a:p>
        </p:txBody>
      </p:sp>
      <p:sp>
        <p:nvSpPr>
          <p:cNvPr id="9" name="TextBox 8">
            <a:extLst>
              <a:ext uri="{FF2B5EF4-FFF2-40B4-BE49-F238E27FC236}">
                <a16:creationId xmlns:a16="http://schemas.microsoft.com/office/drawing/2014/main" id="{769B1B83-75CA-E411-F893-BB38A8FF374D}"/>
              </a:ext>
            </a:extLst>
          </p:cNvPr>
          <p:cNvSpPr txBox="1"/>
          <p:nvPr/>
        </p:nvSpPr>
        <p:spPr>
          <a:xfrm>
            <a:off x="977336" y="1958083"/>
            <a:ext cx="16812896"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400">
                <a:ea typeface="+mn-lt"/>
                <a:cs typeface="+mn-lt"/>
              </a:rPr>
              <a:t>We want to determine if the differences we observe are </a:t>
            </a:r>
            <a:r>
              <a:rPr lang="en-US" sz="3400" b="1">
                <a:ea typeface="+mn-lt"/>
                <a:cs typeface="+mn-lt"/>
              </a:rPr>
              <a:t>real</a:t>
            </a:r>
            <a:r>
              <a:rPr lang="en-US" sz="3400">
                <a:ea typeface="+mn-lt"/>
                <a:cs typeface="+mn-lt"/>
              </a:rPr>
              <a:t> or just noise from random seeds.</a:t>
            </a:r>
            <a:endParaRPr lang="en-US"/>
          </a:p>
        </p:txBody>
      </p:sp>
      <p:sp>
        <p:nvSpPr>
          <p:cNvPr id="3" name="TextBox 5">
            <a:extLst>
              <a:ext uri="{FF2B5EF4-FFF2-40B4-BE49-F238E27FC236}">
                <a16:creationId xmlns:a16="http://schemas.microsoft.com/office/drawing/2014/main" id="{850AB15A-2D60-4CED-6AD6-EEC33A7B9163}"/>
              </a:ext>
            </a:extLst>
          </p:cNvPr>
          <p:cNvSpPr txBox="1"/>
          <p:nvPr/>
        </p:nvSpPr>
        <p:spPr>
          <a:xfrm>
            <a:off x="1099870" y="6900515"/>
            <a:ext cx="16451188" cy="270843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57200" indent="-457200">
              <a:buFont typeface="Arial"/>
              <a:buChar char="•"/>
            </a:pPr>
            <a:r>
              <a:rPr lang="en-US" sz="3400">
                <a:ea typeface="+mn-lt"/>
                <a:cs typeface="+mn-lt"/>
              </a:rPr>
              <a:t>Neural networks don’t produce identical results every training run.</a:t>
            </a:r>
          </a:p>
          <a:p>
            <a:pPr marL="457200" indent="-457200">
              <a:buFont typeface="Arial"/>
              <a:buChar char="•"/>
            </a:pPr>
            <a:r>
              <a:rPr lang="en-US" sz="3400">
                <a:ea typeface="+mn-lt"/>
                <a:cs typeface="+mn-lt"/>
              </a:rPr>
              <a:t>A metric change could be noise in the data set, random starting point of training data, random ordering of training data, etc.</a:t>
            </a:r>
          </a:p>
          <a:p>
            <a:pPr marL="457200" indent="-457200">
              <a:buFont typeface="Arial"/>
              <a:buChar char="•"/>
            </a:pPr>
            <a:r>
              <a:rPr lang="en-US" sz="3400">
                <a:ea typeface="+mn-lt"/>
                <a:cs typeface="+mn-lt"/>
              </a:rPr>
              <a:t>This is why we need to test the model multiple times and come to conclusions after looking at all the results.</a:t>
            </a:r>
          </a:p>
        </p:txBody>
      </p:sp>
      <p:sp>
        <p:nvSpPr>
          <p:cNvPr id="6" name="TextBox 8">
            <a:extLst>
              <a:ext uri="{FF2B5EF4-FFF2-40B4-BE49-F238E27FC236}">
                <a16:creationId xmlns:a16="http://schemas.microsoft.com/office/drawing/2014/main" id="{14184B65-DC2D-D914-29CA-E38EA0608709}"/>
              </a:ext>
            </a:extLst>
          </p:cNvPr>
          <p:cNvSpPr txBox="1"/>
          <p:nvPr/>
        </p:nvSpPr>
        <p:spPr>
          <a:xfrm>
            <a:off x="1095800" y="6049975"/>
            <a:ext cx="9144000" cy="646331"/>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600">
                <a:solidFill>
                  <a:srgbClr val="C00000"/>
                </a:solidFill>
                <a:latin typeface="Arial"/>
                <a:cs typeface="Arial"/>
              </a:rPr>
              <a:t>Why we use these statistical tests:</a:t>
            </a:r>
            <a:endParaRPr lang="en-US"/>
          </a:p>
        </p:txBody>
      </p:sp>
    </p:spTree>
    <p:extLst>
      <p:ext uri="{BB962C8B-B14F-4D97-AF65-F5344CB8AC3E}">
        <p14:creationId xmlns:p14="http://schemas.microsoft.com/office/powerpoint/2010/main" val="188495485"/>
      </p:ext>
    </p:extLst>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EFE"/>
        </a:solidFill>
        <a:effectLst/>
      </p:bgPr>
    </p:bg>
    <p:spTree>
      <p:nvGrpSpPr>
        <p:cNvPr id="1" name="">
          <a:extLst>
            <a:ext uri="{FF2B5EF4-FFF2-40B4-BE49-F238E27FC236}">
              <a16:creationId xmlns:a16="http://schemas.microsoft.com/office/drawing/2014/main" id="{74E21AA3-7B55-4814-DE8D-386F30B0F70A}"/>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82FE99D3-A575-2B26-D2A2-0B4723F21B99}"/>
              </a:ext>
            </a:extLst>
          </p:cNvPr>
          <p:cNvSpPr txBox="1"/>
          <p:nvPr/>
        </p:nvSpPr>
        <p:spPr>
          <a:xfrm>
            <a:off x="1098113" y="0"/>
            <a:ext cx="16363409" cy="1551515"/>
          </a:xfrm>
          <a:prstGeom prst="rect">
            <a:avLst/>
          </a:prstGeom>
        </p:spPr>
        <p:txBody>
          <a:bodyPr wrap="square" lIns="0" tIns="0" rIns="0" bIns="0" rtlCol="0" anchor="t">
            <a:spAutoFit/>
          </a:bodyPr>
          <a:lstStyle/>
          <a:p>
            <a:pPr>
              <a:lnSpc>
                <a:spcPts val="14011"/>
              </a:lnSpc>
            </a:pPr>
            <a:r>
              <a:rPr lang="en-US" sz="6600" b="1" spc="300">
                <a:solidFill>
                  <a:srgbClr val="C00000"/>
                </a:solidFill>
                <a:latin typeface="Univers Condensed"/>
                <a:ea typeface="Univers LT Std 2"/>
                <a:cs typeface="Univers LT Std 2"/>
              </a:rPr>
              <a:t>Experimental Results</a:t>
            </a:r>
            <a:endParaRPr lang="en-US" sz="6600" b="1" spc="300">
              <a:solidFill>
                <a:srgbClr val="C00000"/>
              </a:solidFill>
              <a:latin typeface="Univers Condensed" panose="020B0506020202050204" pitchFamily="34" charset="0"/>
              <a:ea typeface="Univers LT Std 2"/>
              <a:cs typeface="Univers LT Std 2"/>
            </a:endParaRPr>
          </a:p>
        </p:txBody>
      </p:sp>
      <p:sp>
        <p:nvSpPr>
          <p:cNvPr id="7" name="Freeform 7">
            <a:extLst>
              <a:ext uri="{FF2B5EF4-FFF2-40B4-BE49-F238E27FC236}">
                <a16:creationId xmlns:a16="http://schemas.microsoft.com/office/drawing/2014/main" id="{7A5FAFF3-BA15-73D2-E81C-ED2EEFC58E3F}"/>
              </a:ext>
            </a:extLst>
          </p:cNvPr>
          <p:cNvSpPr/>
          <p:nvPr/>
        </p:nvSpPr>
        <p:spPr>
          <a:xfrm>
            <a:off x="15748566" y="513347"/>
            <a:ext cx="2041633" cy="862035"/>
          </a:xfrm>
          <a:custGeom>
            <a:avLst/>
            <a:gdLst/>
            <a:ahLst/>
            <a:cxnLst/>
            <a:rect l="l" t="t" r="r" b="b"/>
            <a:pathLst>
              <a:path w="2041633" h="862035">
                <a:moveTo>
                  <a:pt x="0" y="0"/>
                </a:moveTo>
                <a:lnTo>
                  <a:pt x="2041633" y="0"/>
                </a:lnTo>
                <a:lnTo>
                  <a:pt x="2041633" y="862035"/>
                </a:lnTo>
                <a:lnTo>
                  <a:pt x="0" y="862035"/>
                </a:lnTo>
                <a:lnTo>
                  <a:pt x="0" y="0"/>
                </a:lnTo>
                <a:close/>
              </a:path>
            </a:pathLst>
          </a:custGeom>
          <a:blipFill>
            <a:blip r:embed="rId3"/>
            <a:stretch>
              <a:fillRect l="-9842" t="-32950" r="-9031" b="-148586"/>
            </a:stretch>
          </a:blipFill>
        </p:spPr>
        <p:txBody>
          <a:bodyPr/>
          <a:lstStyle/>
          <a:p>
            <a:endParaRPr lang="en-US"/>
          </a:p>
        </p:txBody>
      </p:sp>
      <p:sp>
        <p:nvSpPr>
          <p:cNvPr id="4" name="Slide Number Placeholder 3">
            <a:extLst>
              <a:ext uri="{FF2B5EF4-FFF2-40B4-BE49-F238E27FC236}">
                <a16:creationId xmlns:a16="http://schemas.microsoft.com/office/drawing/2014/main" id="{423DB48F-1385-0377-1996-2681FA7AE1E2}"/>
              </a:ext>
            </a:extLst>
          </p:cNvPr>
          <p:cNvSpPr>
            <a:spLocks noGrp="1"/>
          </p:cNvSpPr>
          <p:nvPr>
            <p:ph type="sldNum" sz="quarter" idx="12"/>
          </p:nvPr>
        </p:nvSpPr>
        <p:spPr>
          <a:xfrm>
            <a:off x="15656599" y="9408528"/>
            <a:ext cx="2133600" cy="365125"/>
          </a:xfrm>
        </p:spPr>
        <p:txBody>
          <a:bodyPr/>
          <a:lstStyle/>
          <a:p>
            <a:fld id="{B6F15528-21DE-4FAA-801E-634DDDAF4B2B}" type="slidenum">
              <a:rPr lang="en-US" smtClean="0"/>
              <a:pPr/>
              <a:t>12</a:t>
            </a:fld>
            <a:endParaRPr lang="en-US"/>
          </a:p>
        </p:txBody>
      </p:sp>
      <p:sp>
        <p:nvSpPr>
          <p:cNvPr id="13" name="TextBox 12">
            <a:extLst>
              <a:ext uri="{FF2B5EF4-FFF2-40B4-BE49-F238E27FC236}">
                <a16:creationId xmlns:a16="http://schemas.microsoft.com/office/drawing/2014/main" id="{D5A66C40-AE51-95C6-D883-3D74B4A879FC}"/>
              </a:ext>
            </a:extLst>
          </p:cNvPr>
          <p:cNvSpPr txBox="1"/>
          <p:nvPr/>
        </p:nvSpPr>
        <p:spPr>
          <a:xfrm>
            <a:off x="970584" y="6213129"/>
            <a:ext cx="9144000" cy="646331"/>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600">
                <a:solidFill>
                  <a:srgbClr val="C00000"/>
                </a:solidFill>
                <a:latin typeface="Arial"/>
                <a:cs typeface="Arial"/>
              </a:rPr>
              <a:t>A result is considered meaningful when:</a:t>
            </a:r>
            <a:endParaRPr lang="en-US"/>
          </a:p>
        </p:txBody>
      </p:sp>
      <p:sp>
        <p:nvSpPr>
          <p:cNvPr id="14" name="TextBox 13">
            <a:extLst>
              <a:ext uri="{FF2B5EF4-FFF2-40B4-BE49-F238E27FC236}">
                <a16:creationId xmlns:a16="http://schemas.microsoft.com/office/drawing/2014/main" id="{7039D7D6-94F6-6D92-7BAF-B49B1095B0CA}"/>
              </a:ext>
            </a:extLst>
          </p:cNvPr>
          <p:cNvSpPr txBox="1"/>
          <p:nvPr/>
        </p:nvSpPr>
        <p:spPr>
          <a:xfrm>
            <a:off x="988765" y="6867318"/>
            <a:ext cx="16451188" cy="16619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a:buChar char="•"/>
            </a:pPr>
            <a:r>
              <a:rPr lang="en-US" sz="3400">
                <a:ea typeface="+mn-lt"/>
                <a:cs typeface="+mn-lt"/>
              </a:rPr>
              <a:t>A clear trend or shift is present </a:t>
            </a:r>
            <a:r>
              <a:rPr lang="en-US" sz="3400" b="1">
                <a:ea typeface="+mn-lt"/>
                <a:cs typeface="+mn-lt"/>
              </a:rPr>
              <a:t>across repeated runs</a:t>
            </a:r>
            <a:endParaRPr lang="en-US" sz="3400">
              <a:ea typeface="+mn-lt"/>
              <a:cs typeface="+mn-lt"/>
            </a:endParaRPr>
          </a:p>
          <a:p>
            <a:pPr marL="457200" indent="-457200">
              <a:buFont typeface="Arial"/>
              <a:buChar char="•"/>
            </a:pPr>
            <a:r>
              <a:rPr lang="en-US" sz="3400">
                <a:ea typeface="+mn-lt"/>
                <a:cs typeface="+mn-lt"/>
              </a:rPr>
              <a:t>There is a change in uncertainty metric (ECE, Brier Score, Calibration)</a:t>
            </a:r>
          </a:p>
          <a:p>
            <a:pPr marL="457200" indent="-457200">
              <a:buFont typeface="Arial"/>
              <a:buChar char="•"/>
            </a:pPr>
            <a:r>
              <a:rPr lang="en-US" sz="3400">
                <a:ea typeface="+mn-lt"/>
                <a:cs typeface="+mn-lt"/>
              </a:rPr>
              <a:t>No major drop in accuracy unless expected</a:t>
            </a:r>
          </a:p>
        </p:txBody>
      </p:sp>
      <p:sp>
        <p:nvSpPr>
          <p:cNvPr id="15" name="TextBox 14">
            <a:extLst>
              <a:ext uri="{FF2B5EF4-FFF2-40B4-BE49-F238E27FC236}">
                <a16:creationId xmlns:a16="http://schemas.microsoft.com/office/drawing/2014/main" id="{38481F54-8AD9-2680-66C7-9D65500A17C2}"/>
              </a:ext>
            </a:extLst>
          </p:cNvPr>
          <p:cNvSpPr txBox="1"/>
          <p:nvPr/>
        </p:nvSpPr>
        <p:spPr>
          <a:xfrm>
            <a:off x="987778" y="2391834"/>
            <a:ext cx="91440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aseline="0">
                <a:solidFill>
                  <a:srgbClr val="C00000"/>
                </a:solidFill>
                <a:latin typeface="Arial"/>
              </a:rPr>
              <a:t>Questions we seek to answer:</a:t>
            </a:r>
            <a:r>
              <a:rPr sz="3600">
                <a:latin typeface="Arial"/>
                <a:ea typeface="Arial"/>
                <a:cs typeface="Arial"/>
              </a:rPr>
              <a:t>​</a:t>
            </a:r>
            <a:endParaRPr lang="en-US"/>
          </a:p>
          <a:p>
            <a:pPr algn="ctr"/>
            <a:endParaRPr lang="en-US"/>
          </a:p>
        </p:txBody>
      </p:sp>
      <p:sp>
        <p:nvSpPr>
          <p:cNvPr id="16" name="TextBox 15">
            <a:extLst>
              <a:ext uri="{FF2B5EF4-FFF2-40B4-BE49-F238E27FC236}">
                <a16:creationId xmlns:a16="http://schemas.microsoft.com/office/drawing/2014/main" id="{7B2305F2-4797-85AE-E384-926826FFBC9B}"/>
              </a:ext>
            </a:extLst>
          </p:cNvPr>
          <p:cNvSpPr txBox="1"/>
          <p:nvPr/>
        </p:nvSpPr>
        <p:spPr>
          <a:xfrm>
            <a:off x="987778" y="2998612"/>
            <a:ext cx="16001999" cy="298543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a:buChar char="•"/>
            </a:pPr>
            <a:r>
              <a:rPr lang="en-US" sz="3400" baseline="0">
                <a:latin typeface="Calibri"/>
              </a:rPr>
              <a:t>Do unlearning methods produce different uncertainty?</a:t>
            </a:r>
            <a:r>
              <a:rPr sz="3400">
                <a:latin typeface="Calibri"/>
                <a:ea typeface="Calibri"/>
                <a:cs typeface="Calibri"/>
              </a:rPr>
              <a:t>​</a:t>
            </a:r>
            <a:endParaRPr lang="en-US">
              <a:ea typeface="Calibri"/>
              <a:cs typeface="Calibri"/>
            </a:endParaRPr>
          </a:p>
          <a:p>
            <a:pPr marL="457200" indent="-457200">
              <a:buFont typeface="Arial"/>
              <a:buChar char="•"/>
            </a:pPr>
            <a:r>
              <a:rPr lang="en-US" sz="3400">
                <a:ea typeface="Calibri"/>
                <a:cs typeface="Calibri"/>
              </a:rPr>
              <a:t>Does removing more data increase uncertainty in a consistent way?</a:t>
            </a:r>
          </a:p>
          <a:p>
            <a:pPr marL="457200" indent="-457200">
              <a:buFont typeface="Arial"/>
              <a:buChar char="•"/>
            </a:pPr>
            <a:r>
              <a:rPr lang="en-US" sz="3400">
                <a:ea typeface="Calibri"/>
                <a:cs typeface="Calibri"/>
              </a:rPr>
              <a:t>Do these effects depend on dataset type (general vs medical images)?</a:t>
            </a:r>
          </a:p>
          <a:p>
            <a:pPr marL="457200" indent="-457200">
              <a:buFont typeface="Arial"/>
              <a:buChar char="•"/>
            </a:pPr>
            <a:r>
              <a:rPr lang="en-US" sz="3400">
                <a:ea typeface="Calibri"/>
                <a:cs typeface="Calibri"/>
              </a:rPr>
              <a:t>How does unlearning different data modalities (e.g., instance-level, feature-level, or label-level) influence the predictive uncertainty?</a:t>
            </a:r>
          </a:p>
          <a:p>
            <a:pPr algn="ctr"/>
            <a:endParaRPr lang="en-US">
              <a:ea typeface="Calibri"/>
              <a:cs typeface="Calibri"/>
            </a:endParaRPr>
          </a:p>
        </p:txBody>
      </p:sp>
    </p:spTree>
    <p:extLst>
      <p:ext uri="{BB962C8B-B14F-4D97-AF65-F5344CB8AC3E}">
        <p14:creationId xmlns:p14="http://schemas.microsoft.com/office/powerpoint/2010/main" val="25115905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EFE"/>
        </a:solidFill>
        <a:effectLst/>
      </p:bgPr>
    </p:bg>
    <p:spTree>
      <p:nvGrpSpPr>
        <p:cNvPr id="1" name="">
          <a:extLst>
            <a:ext uri="{FF2B5EF4-FFF2-40B4-BE49-F238E27FC236}">
              <a16:creationId xmlns:a16="http://schemas.microsoft.com/office/drawing/2014/main" id="{A3F30535-BDA6-1D43-F05F-328319AE9E1D}"/>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FA43BD2F-86F8-93E3-C557-F36BCA5DAC1A}"/>
              </a:ext>
            </a:extLst>
          </p:cNvPr>
          <p:cNvSpPr txBox="1"/>
          <p:nvPr/>
        </p:nvSpPr>
        <p:spPr>
          <a:xfrm>
            <a:off x="1098113" y="0"/>
            <a:ext cx="16363409" cy="1551515"/>
          </a:xfrm>
          <a:prstGeom prst="rect">
            <a:avLst/>
          </a:prstGeom>
        </p:spPr>
        <p:txBody>
          <a:bodyPr wrap="square" lIns="0" tIns="0" rIns="0" bIns="0" rtlCol="0" anchor="t">
            <a:spAutoFit/>
          </a:bodyPr>
          <a:lstStyle/>
          <a:p>
            <a:pPr>
              <a:lnSpc>
                <a:spcPts val="14011"/>
              </a:lnSpc>
            </a:pPr>
            <a:r>
              <a:rPr lang="en-US" sz="6600" b="1" spc="300">
                <a:solidFill>
                  <a:srgbClr val="C00000"/>
                </a:solidFill>
                <a:latin typeface="Univers Condensed" panose="020B0506020202050204" pitchFamily="34" charset="0"/>
                <a:ea typeface="Univers LT Std 2"/>
                <a:cs typeface="Univers LT Std 2"/>
                <a:sym typeface="Univers LT Std 2"/>
              </a:rPr>
              <a:t>References</a:t>
            </a:r>
          </a:p>
        </p:txBody>
      </p:sp>
      <p:sp>
        <p:nvSpPr>
          <p:cNvPr id="7" name="Freeform 7">
            <a:extLst>
              <a:ext uri="{FF2B5EF4-FFF2-40B4-BE49-F238E27FC236}">
                <a16:creationId xmlns:a16="http://schemas.microsoft.com/office/drawing/2014/main" id="{721967EC-5407-E419-D26B-E3886ACF3F47}"/>
              </a:ext>
            </a:extLst>
          </p:cNvPr>
          <p:cNvSpPr/>
          <p:nvPr/>
        </p:nvSpPr>
        <p:spPr>
          <a:xfrm>
            <a:off x="15412639" y="689480"/>
            <a:ext cx="2041633" cy="862035"/>
          </a:xfrm>
          <a:custGeom>
            <a:avLst/>
            <a:gdLst/>
            <a:ahLst/>
            <a:cxnLst/>
            <a:rect l="l" t="t" r="r" b="b"/>
            <a:pathLst>
              <a:path w="2041633" h="862035">
                <a:moveTo>
                  <a:pt x="0" y="0"/>
                </a:moveTo>
                <a:lnTo>
                  <a:pt x="2041633" y="0"/>
                </a:lnTo>
                <a:lnTo>
                  <a:pt x="2041633" y="862035"/>
                </a:lnTo>
                <a:lnTo>
                  <a:pt x="0" y="862035"/>
                </a:lnTo>
                <a:lnTo>
                  <a:pt x="0" y="0"/>
                </a:lnTo>
                <a:close/>
              </a:path>
            </a:pathLst>
          </a:custGeom>
          <a:blipFill>
            <a:blip r:embed="rId3"/>
            <a:stretch>
              <a:fillRect l="-9842" t="-32950" r="-9031" b="-148586"/>
            </a:stretch>
          </a:blipFill>
        </p:spPr>
        <p:txBody>
          <a:bodyPr/>
          <a:lstStyle/>
          <a:p>
            <a:endParaRPr lang="en-US"/>
          </a:p>
        </p:txBody>
      </p:sp>
      <p:sp>
        <p:nvSpPr>
          <p:cNvPr id="4" name="Slide Number Placeholder 3">
            <a:extLst>
              <a:ext uri="{FF2B5EF4-FFF2-40B4-BE49-F238E27FC236}">
                <a16:creationId xmlns:a16="http://schemas.microsoft.com/office/drawing/2014/main" id="{7B6C5B50-1F71-ED24-0B92-B4481F604DC0}"/>
              </a:ext>
            </a:extLst>
          </p:cNvPr>
          <p:cNvSpPr>
            <a:spLocks noGrp="1"/>
          </p:cNvSpPr>
          <p:nvPr>
            <p:ph type="sldNum" sz="quarter" idx="12"/>
          </p:nvPr>
        </p:nvSpPr>
        <p:spPr>
          <a:xfrm>
            <a:off x="15320672" y="9232395"/>
            <a:ext cx="2133600" cy="365125"/>
          </a:xfrm>
        </p:spPr>
        <p:txBody>
          <a:bodyPr/>
          <a:lstStyle/>
          <a:p>
            <a:fld id="{B6F15528-21DE-4FAA-801E-634DDDAF4B2B}" type="slidenum">
              <a:rPr lang="en-US" smtClean="0"/>
              <a:pPr/>
              <a:t>13</a:t>
            </a:fld>
            <a:endParaRPr lang="en-US"/>
          </a:p>
        </p:txBody>
      </p:sp>
      <p:sp>
        <p:nvSpPr>
          <p:cNvPr id="6" name="TextBox 5">
            <a:extLst>
              <a:ext uri="{FF2B5EF4-FFF2-40B4-BE49-F238E27FC236}">
                <a16:creationId xmlns:a16="http://schemas.microsoft.com/office/drawing/2014/main" id="{4D65B8E1-2027-F7DE-BD3E-561A1D917960}"/>
              </a:ext>
            </a:extLst>
          </p:cNvPr>
          <p:cNvSpPr txBox="1"/>
          <p:nvPr/>
        </p:nvSpPr>
        <p:spPr>
          <a:xfrm>
            <a:off x="1098113" y="2569640"/>
            <a:ext cx="15251545" cy="5906232"/>
          </a:xfrm>
          <a:prstGeom prst="rect">
            <a:avLst/>
          </a:prstGeom>
          <a:noFill/>
        </p:spPr>
        <p:txBody>
          <a:bodyPr wrap="square" lIns="91440" tIns="45720" rIns="91440" bIns="45720" anchor="t">
            <a:spAutoFit/>
          </a:bodyPr>
          <a:lstStyle/>
          <a:p>
            <a:pPr marL="285750" indent="-285750">
              <a:lnSpc>
                <a:spcPct val="90000"/>
              </a:lnSpc>
              <a:spcBef>
                <a:spcPts val="1000"/>
              </a:spcBef>
              <a:buFont typeface="Arial"/>
              <a:buChar char="•"/>
            </a:pPr>
            <a:r>
              <a:rPr lang="en-US" sz="3200" b="1">
                <a:solidFill>
                  <a:srgbClr val="000000"/>
                </a:solidFill>
                <a:latin typeface="Aptos"/>
                <a:cs typeface="Arial"/>
              </a:rPr>
              <a:t>Machine Unlearning</a:t>
            </a:r>
          </a:p>
          <a:p>
            <a:pPr marL="742950" lvl="1" indent="-285750">
              <a:lnSpc>
                <a:spcPct val="90000"/>
              </a:lnSpc>
              <a:spcBef>
                <a:spcPts val="500"/>
              </a:spcBef>
              <a:buFont typeface="Arial"/>
              <a:buChar char="•"/>
            </a:pPr>
            <a:r>
              <a:rPr lang="en-US" sz="3200" err="1">
                <a:solidFill>
                  <a:srgbClr val="222222"/>
                </a:solidFill>
                <a:latin typeface="Aptos"/>
                <a:cs typeface="Arial"/>
              </a:rPr>
              <a:t>Bourtoule</a:t>
            </a:r>
            <a:r>
              <a:rPr lang="en-US" sz="3200">
                <a:solidFill>
                  <a:srgbClr val="222222"/>
                </a:solidFill>
                <a:latin typeface="Aptos"/>
                <a:cs typeface="Arial"/>
              </a:rPr>
              <a:t>, Lucas, et al. "Machine unlearning." </a:t>
            </a:r>
            <a:r>
              <a:rPr lang="en-US" sz="3200" i="1">
                <a:solidFill>
                  <a:srgbClr val="222222"/>
                </a:solidFill>
                <a:latin typeface="Aptos"/>
                <a:cs typeface="Arial"/>
              </a:rPr>
              <a:t>2021 IEEE symposium on security and privacy (SP)</a:t>
            </a:r>
            <a:r>
              <a:rPr lang="en-US" sz="3200">
                <a:solidFill>
                  <a:srgbClr val="222222"/>
                </a:solidFill>
                <a:latin typeface="Aptos"/>
                <a:cs typeface="Arial"/>
              </a:rPr>
              <a:t>. IEEE, 2021.</a:t>
            </a:r>
            <a:r>
              <a:rPr lang="en-US" sz="3200">
                <a:solidFill>
                  <a:srgbClr val="000000"/>
                </a:solidFill>
                <a:latin typeface="Aptos"/>
                <a:cs typeface="Arial"/>
              </a:rPr>
              <a:t> </a:t>
            </a:r>
          </a:p>
          <a:p>
            <a:pPr marL="742950" lvl="1" indent="-285750">
              <a:lnSpc>
                <a:spcPct val="90000"/>
              </a:lnSpc>
              <a:spcBef>
                <a:spcPts val="500"/>
              </a:spcBef>
              <a:buFont typeface="Arial"/>
              <a:buChar char="•"/>
            </a:pPr>
            <a:endParaRPr lang="en-US" sz="3200">
              <a:solidFill>
                <a:srgbClr val="000000"/>
              </a:solidFill>
              <a:latin typeface="Aptos"/>
              <a:cs typeface="Arial"/>
            </a:endParaRPr>
          </a:p>
          <a:p>
            <a:pPr marL="285750" indent="-285750">
              <a:lnSpc>
                <a:spcPct val="90000"/>
              </a:lnSpc>
              <a:spcBef>
                <a:spcPts val="1000"/>
              </a:spcBef>
              <a:buFont typeface="Arial"/>
              <a:buChar char="•"/>
            </a:pPr>
            <a:r>
              <a:rPr lang="en-US" sz="3200" b="1">
                <a:solidFill>
                  <a:srgbClr val="000000"/>
                </a:solidFill>
                <a:latin typeface="Aptos"/>
                <a:cs typeface="Arial"/>
              </a:rPr>
              <a:t>Uncertainty Quantification </a:t>
            </a:r>
          </a:p>
          <a:p>
            <a:pPr marL="742950" lvl="1" indent="-285750">
              <a:lnSpc>
                <a:spcPct val="90000"/>
              </a:lnSpc>
              <a:spcBef>
                <a:spcPts val="500"/>
              </a:spcBef>
              <a:buFont typeface="Arial"/>
              <a:buChar char="•"/>
            </a:pPr>
            <a:r>
              <a:rPr lang="en-US" sz="3200">
                <a:solidFill>
                  <a:srgbClr val="000000"/>
                </a:solidFill>
                <a:latin typeface="Aptos"/>
                <a:cs typeface="Arial"/>
              </a:rPr>
              <a:t>Lakshminarayanan, Balaji, Alexander Pritzel, and Charles Blundell. “Simple and Scalable Predictive Uncertainty Estimation Using Deep Ensembles.” </a:t>
            </a:r>
            <a:r>
              <a:rPr lang="en-US" sz="3200" i="1">
                <a:solidFill>
                  <a:srgbClr val="000000"/>
                </a:solidFill>
                <a:latin typeface="Aptos"/>
                <a:cs typeface="Arial"/>
              </a:rPr>
              <a:t>Advances in Neural Information Processing Systems (</a:t>
            </a:r>
            <a:r>
              <a:rPr lang="en-US" sz="3200" i="1" err="1">
                <a:solidFill>
                  <a:srgbClr val="000000"/>
                </a:solidFill>
                <a:latin typeface="Aptos"/>
                <a:cs typeface="Arial"/>
              </a:rPr>
              <a:t>NeurIPS</a:t>
            </a:r>
            <a:r>
              <a:rPr lang="en-US" sz="3200" i="1">
                <a:solidFill>
                  <a:srgbClr val="000000"/>
                </a:solidFill>
                <a:latin typeface="Aptos"/>
                <a:cs typeface="Arial"/>
              </a:rPr>
              <a:t> 2017)</a:t>
            </a:r>
            <a:r>
              <a:rPr lang="en-US" sz="3200">
                <a:solidFill>
                  <a:srgbClr val="000000"/>
                </a:solidFill>
                <a:latin typeface="Aptos"/>
                <a:cs typeface="Arial"/>
              </a:rPr>
              <a:t>, vol. 30, Curran Associates, Inc., 2017.</a:t>
            </a:r>
          </a:p>
          <a:p>
            <a:pPr marL="742950" lvl="1" indent="-285750">
              <a:lnSpc>
                <a:spcPct val="90000"/>
              </a:lnSpc>
              <a:spcBef>
                <a:spcPts val="500"/>
              </a:spcBef>
              <a:buFont typeface="Arial"/>
              <a:buChar char="•"/>
            </a:pPr>
            <a:r>
              <a:rPr lang="en-US" sz="3200">
                <a:solidFill>
                  <a:srgbClr val="222222"/>
                </a:solidFill>
                <a:latin typeface="Aptos"/>
                <a:cs typeface="Arial"/>
              </a:rPr>
              <a:t>Guo, Chuan, et al. "On calibration of modern neural networks." </a:t>
            </a:r>
            <a:r>
              <a:rPr lang="en-US" sz="3200" i="1">
                <a:solidFill>
                  <a:srgbClr val="222222"/>
                </a:solidFill>
                <a:latin typeface="Aptos"/>
                <a:cs typeface="Arial"/>
              </a:rPr>
              <a:t>International conference on machine learning</a:t>
            </a:r>
            <a:r>
              <a:rPr lang="en-US" sz="3200">
                <a:solidFill>
                  <a:srgbClr val="222222"/>
                </a:solidFill>
                <a:latin typeface="Aptos"/>
                <a:cs typeface="Arial"/>
              </a:rPr>
              <a:t>. PMLR, 2017</a:t>
            </a:r>
            <a:r>
              <a:rPr lang="en-US" sz="3200">
                <a:solidFill>
                  <a:srgbClr val="222222"/>
                </a:solidFill>
                <a:latin typeface="Arial"/>
                <a:cs typeface="Arial"/>
              </a:rPr>
              <a:t>.</a:t>
            </a:r>
            <a:endParaRPr lang="en-US" sz="3200">
              <a:solidFill>
                <a:srgbClr val="000000"/>
              </a:solidFill>
              <a:latin typeface="Arial"/>
              <a:cs typeface="Arial"/>
            </a:endParaRPr>
          </a:p>
          <a:p>
            <a:endParaRPr lang="en-US" sz="3600" b="0" i="0">
              <a:solidFill>
                <a:srgbClr val="003D4C"/>
              </a:solidFill>
              <a:effectLst/>
              <a:latin typeface="Arial"/>
              <a:cs typeface="Arial"/>
            </a:endParaRPr>
          </a:p>
        </p:txBody>
      </p:sp>
    </p:spTree>
    <p:extLst>
      <p:ext uri="{BB962C8B-B14F-4D97-AF65-F5344CB8AC3E}">
        <p14:creationId xmlns:p14="http://schemas.microsoft.com/office/powerpoint/2010/main" val="38985471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516262" y="3708027"/>
            <a:ext cx="6912766" cy="1091581"/>
          </a:xfrm>
          <a:prstGeom prst="rect">
            <a:avLst/>
          </a:prstGeom>
        </p:spPr>
        <p:txBody>
          <a:bodyPr wrap="square" lIns="0" tIns="0" rIns="0" bIns="0" rtlCol="0" anchor="t">
            <a:spAutoFit/>
          </a:bodyPr>
          <a:lstStyle/>
          <a:p>
            <a:pPr>
              <a:lnSpc>
                <a:spcPts val="8096"/>
              </a:lnSpc>
            </a:pPr>
            <a:r>
              <a:rPr lang="en-US" sz="9400" b="1" i="1">
                <a:solidFill>
                  <a:srgbClr val="C8102E"/>
                </a:solidFill>
                <a:latin typeface="Univers"/>
                <a:ea typeface="Univers LT Std"/>
                <a:cs typeface="Univers LT Std"/>
              </a:rPr>
              <a:t>Questions?</a:t>
            </a:r>
            <a:endParaRPr lang="en-US" sz="1100" i="1">
              <a:solidFill>
                <a:srgbClr val="003D4C"/>
              </a:solidFill>
            </a:endParaRPr>
          </a:p>
        </p:txBody>
      </p:sp>
      <p:sp>
        <p:nvSpPr>
          <p:cNvPr id="4" name="Slide Number Placeholder 3">
            <a:extLst>
              <a:ext uri="{FF2B5EF4-FFF2-40B4-BE49-F238E27FC236}">
                <a16:creationId xmlns:a16="http://schemas.microsoft.com/office/drawing/2014/main" id="{57AB0B24-13B9-FA3E-3B3F-F3F7911FF6D1}"/>
              </a:ext>
            </a:extLst>
          </p:cNvPr>
          <p:cNvSpPr>
            <a:spLocks noGrp="1"/>
          </p:cNvSpPr>
          <p:nvPr>
            <p:ph type="sldNum" sz="quarter" idx="12"/>
          </p:nvPr>
        </p:nvSpPr>
        <p:spPr>
          <a:xfrm>
            <a:off x="15953873" y="9504272"/>
            <a:ext cx="2133600" cy="365125"/>
          </a:xfrm>
        </p:spPr>
        <p:txBody>
          <a:bodyPr/>
          <a:lstStyle/>
          <a:p>
            <a:fld id="{B6F15528-21DE-4FAA-801E-634DDDAF4B2B}" type="slidenum">
              <a:rPr lang="en-US" smtClean="0"/>
              <a:pPr/>
              <a:t>14</a:t>
            </a:fld>
            <a:endParaRPr lang="en-US"/>
          </a:p>
        </p:txBody>
      </p:sp>
    </p:spTree>
    <p:extLst>
      <p:ext uri="{BB962C8B-B14F-4D97-AF65-F5344CB8AC3E}">
        <p14:creationId xmlns:p14="http://schemas.microsoft.com/office/powerpoint/2010/main" val="29496711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A4DAF68177D36488BEDB1074060D2C0" ma:contentTypeVersion="3" ma:contentTypeDescription="Create a new document." ma:contentTypeScope="" ma:versionID="4f27695a50f7f9ee0ebc7e97c5dcc4d0">
  <xsd:schema xmlns:xsd="http://www.w3.org/2001/XMLSchema" xmlns:xs="http://www.w3.org/2001/XMLSchema" xmlns:p="http://schemas.microsoft.com/office/2006/metadata/properties" xmlns:ns2="bf713a3c-c6c4-4559-8739-33614af8b993" targetNamespace="http://schemas.microsoft.com/office/2006/metadata/properties" ma:root="true" ma:fieldsID="bfd5efc77448a6907f3ee7565300607f" ns2:_="">
    <xsd:import namespace="bf713a3c-c6c4-4559-8739-33614af8b99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f713a3c-c6c4-4559-8739-33614af8b99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83EC111-A4B8-428C-86B1-6E2745116744}">
  <ds:schemaRefs>
    <ds:schemaRef ds:uri="bf713a3c-c6c4-4559-8739-33614af8b99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022AB404-953E-4F9F-864B-7798834A518B}"/>
</file>

<file path=customXml/itemProps3.xml><?xml version="1.0" encoding="utf-8"?>
<ds:datastoreItem xmlns:ds="http://schemas.openxmlformats.org/officeDocument/2006/customXml" ds:itemID="{6CE69643-54A3-4FCD-99FB-F81CACFDBA0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14</Slides>
  <Notes>14</Notes>
  <HiddenSlides>0</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Marketing Plan.</dc:title>
  <cp:revision>1</cp:revision>
  <dcterms:created xsi:type="dcterms:W3CDTF">2006-08-16T00:00:00Z</dcterms:created>
  <dcterms:modified xsi:type="dcterms:W3CDTF">2025-12-03T14:57:54Z</dcterms:modified>
  <dc:identifier>DAGKwSMeoxI</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0x0101001A4DAF68177D36488BEDB1074060D2C0</vt:lpwstr>
  </property>
  <property fmtid="{D5CDD505-2E9C-101B-9397-08002B2CF9AE}" pid="3" name="MediaServiceImageTags">
    <vt:lpwstr/>
  </property>
</Properties>
</file>